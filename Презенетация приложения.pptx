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92" r:id="rId2"/>
    <p:sldId id="267" r:id="rId3"/>
    <p:sldId id="409" r:id="rId4"/>
    <p:sldId id="410" r:id="rId5"/>
    <p:sldId id="411" r:id="rId6"/>
    <p:sldId id="412" r:id="rId7"/>
    <p:sldId id="416" r:id="rId8"/>
    <p:sldId id="415" r:id="rId9"/>
    <p:sldId id="417" r:id="rId10"/>
    <p:sldId id="419" r:id="rId11"/>
  </p:sldIdLst>
  <p:sldSz cx="24384000" cy="13716000"/>
  <p:notesSz cx="9928225" cy="6797675"/>
  <p:defaultTextStyle>
    <a:defPPr marL="0" marR="0" indent="0" algn="l" defTabSz="914389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4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195" algn="ctr" defTabSz="8254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389" algn="ctr" defTabSz="8254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584" algn="ctr" defTabSz="8254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778" algn="ctr" defTabSz="8254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5973" algn="ctr" defTabSz="8254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167" algn="ctr" defTabSz="8254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362" algn="ctr" defTabSz="8254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556" algn="ctr" defTabSz="8254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7835" userDrawn="1">
          <p15:clr>
            <a:srgbClr val="A4A3A4"/>
          </p15:clr>
        </p15:guide>
        <p15:guide id="2" orient="horz" pos="2029" userDrawn="1">
          <p15:clr>
            <a:srgbClr val="A4A3A4"/>
          </p15:clr>
        </p15:guide>
        <p15:guide id="3" pos="921" userDrawn="1">
          <p15:clr>
            <a:srgbClr val="A4A3A4"/>
          </p15:clr>
        </p15:guide>
        <p15:guide id="4" pos="14484" userDrawn="1">
          <p15:clr>
            <a:srgbClr val="A4A3A4"/>
          </p15:clr>
        </p15:guide>
        <p15:guide id="5" orient="horz" pos="7814" userDrawn="1">
          <p15:clr>
            <a:srgbClr val="A4A3A4"/>
          </p15:clr>
        </p15:guide>
        <p15:guide id="6" orient="horz" pos="7518" userDrawn="1">
          <p15:clr>
            <a:srgbClr val="A4A3A4"/>
          </p15:clr>
        </p15:guide>
        <p15:guide id="7" orient="horz" pos="6000" userDrawn="1">
          <p15:clr>
            <a:srgbClr val="A4A3A4"/>
          </p15:clr>
        </p15:guide>
        <p15:guide id="8" orient="horz" pos="5635" userDrawn="1">
          <p15:clr>
            <a:srgbClr val="A4A3A4"/>
          </p15:clr>
        </p15:guide>
        <p15:guide id="9" pos="5617" userDrawn="1">
          <p15:clr>
            <a:srgbClr val="A4A3A4"/>
          </p15:clr>
        </p15:guide>
        <p15:guide id="10" orient="horz" pos="3368" userDrawn="1">
          <p15:clr>
            <a:srgbClr val="A4A3A4"/>
          </p15:clr>
        </p15:guide>
        <p15:guide id="11" orient="horz" pos="2732" userDrawn="1">
          <p15:clr>
            <a:srgbClr val="A4A3A4"/>
          </p15:clr>
        </p15:guide>
        <p15:guide id="12" pos="2737" userDrawn="1">
          <p15:clr>
            <a:srgbClr val="A4A3A4"/>
          </p15:clr>
        </p15:guide>
        <p15:guide id="13" pos="3303" userDrawn="1">
          <p15:clr>
            <a:srgbClr val="A4A3A4"/>
          </p15:clr>
        </p15:guide>
        <p15:guide id="14" pos="1969" userDrawn="1">
          <p15:clr>
            <a:srgbClr val="A4A3A4"/>
          </p15:clr>
        </p15:guide>
        <p15:guide id="15" pos="6410" userDrawn="1">
          <p15:clr>
            <a:srgbClr val="A4A3A4"/>
          </p15:clr>
        </p15:guide>
        <p15:guide id="16" pos="8791" userDrawn="1">
          <p15:clr>
            <a:srgbClr val="A4A3A4"/>
          </p15:clr>
        </p15:guide>
        <p15:guide id="17" pos="14144" userDrawn="1">
          <p15:clr>
            <a:srgbClr val="A4A3A4"/>
          </p15:clr>
        </p15:guide>
        <p15:guide id="18" pos="9449" userDrawn="1">
          <p15:clr>
            <a:srgbClr val="A4A3A4"/>
          </p15:clr>
        </p15:guide>
        <p15:guide id="19" pos="9835" userDrawn="1">
          <p15:clr>
            <a:srgbClr val="A4A3A4"/>
          </p15:clr>
        </p15:guide>
        <p15:guide id="20" pos="11786" userDrawn="1">
          <p15:clr>
            <a:srgbClr val="A4A3A4"/>
          </p15:clr>
        </p15:guide>
        <p15:guide id="21" pos="12217" userDrawn="1">
          <p15:clr>
            <a:srgbClr val="A4A3A4"/>
          </p15:clr>
        </p15:guide>
        <p15:guide id="22" pos="8089" userDrawn="1">
          <p15:clr>
            <a:srgbClr val="A4A3A4"/>
          </p15:clr>
        </p15:guide>
        <p15:guide id="23" pos="4528" userDrawn="1">
          <p15:clr>
            <a:srgbClr val="A4A3A4"/>
          </p15:clr>
        </p15:guide>
        <p15:guide id="24" orient="horz" pos="2640" userDrawn="1">
          <p15:clr>
            <a:srgbClr val="A4A3A4"/>
          </p15:clr>
        </p15:guide>
        <p15:guide id="25" pos="7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пакин Михаил Александрович" initials="АМА" lastIdx="0" clrIdx="0">
    <p:extLst>
      <p:ext uri="{19B8F6BF-5375-455C-9EA6-DF929625EA0E}">
        <p15:presenceInfo xmlns:p15="http://schemas.microsoft.com/office/powerpoint/2012/main" userId="S-1-5-21-3840247747-1450702109-120892074-122389" providerId="AD"/>
      </p:ext>
    </p:extLst>
  </p:cmAuthor>
  <p:cmAuthor id="2" name="Светлана Корытова" initials="СК" lastIdx="2" clrIdx="1">
    <p:extLst>
      <p:ext uri="{19B8F6BF-5375-455C-9EA6-DF929625EA0E}">
        <p15:presenceInfo xmlns:p15="http://schemas.microsoft.com/office/powerpoint/2012/main" userId="174a7ca35980dd9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0EF"/>
    <a:srgbClr val="171F29"/>
    <a:srgbClr val="757D7D"/>
    <a:srgbClr val="DEE0E0"/>
    <a:srgbClr val="E63542"/>
    <a:srgbClr val="FF5F61"/>
    <a:srgbClr val="C81240"/>
    <a:srgbClr val="D3E0E4"/>
    <a:srgbClr val="5CA8D6"/>
    <a:srgbClr val="5BA7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1232" autoAdjust="0"/>
  </p:normalViewPr>
  <p:slideViewPr>
    <p:cSldViewPr snapToGrid="0" snapToObjects="1">
      <p:cViewPr varScale="1">
        <p:scale>
          <a:sx n="52" d="100"/>
          <a:sy n="52" d="100"/>
        </p:scale>
        <p:origin x="1074" y="120"/>
      </p:cViewPr>
      <p:guideLst>
        <p:guide orient="horz" pos="7835"/>
        <p:guide orient="horz" pos="2029"/>
        <p:guide pos="921"/>
        <p:guide pos="14484"/>
        <p:guide orient="horz" pos="7814"/>
        <p:guide orient="horz" pos="7518"/>
        <p:guide orient="horz" pos="6000"/>
        <p:guide orient="horz" pos="5635"/>
        <p:guide pos="5617"/>
        <p:guide orient="horz" pos="3368"/>
        <p:guide orient="horz" pos="2732"/>
        <p:guide pos="2737"/>
        <p:guide pos="3303"/>
        <p:guide pos="1969"/>
        <p:guide pos="6410"/>
        <p:guide pos="8791"/>
        <p:guide pos="14144"/>
        <p:guide pos="9449"/>
        <p:guide pos="9835"/>
        <p:guide pos="11786"/>
        <p:guide pos="12217"/>
        <p:guide pos="8089"/>
        <p:guide pos="4528"/>
        <p:guide orient="horz" pos="2640"/>
        <p:guide pos="722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7" d="100"/>
        <a:sy n="57" d="100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1848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9642D926-E079-1C43-78F1-C2634BAE59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A324DC4-BCC9-CDD3-B3AE-F0041C2F34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2F246-F73D-45E2-9F41-142DBE0880D0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FD7C1C-1BAD-BDAE-C016-EDBB1CE094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634D5B6-F934-9ADB-FA66-ECC7AC6031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E11C1-83C5-430E-8196-D3A36C7AB2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957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45" name="Shape 45"/>
          <p:cNvSpPr>
            <a:spLocks noGrp="1"/>
          </p:cNvSpPr>
          <p:nvPr>
            <p:ph type="body" sz="quarter" idx="1"/>
          </p:nvPr>
        </p:nvSpPr>
        <p:spPr>
          <a:xfrm>
            <a:off x="1323764" y="3228896"/>
            <a:ext cx="7280698" cy="3058954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195" latinLnBrk="0">
      <a:lnSpc>
        <a:spcPct val="117999"/>
      </a:lnSpc>
      <a:defRPr sz="2200" b="1" i="0">
        <a:latin typeface="Arial" panose="020B0604020202020204" pitchFamily="34" charset="0"/>
        <a:ea typeface="Helvetica Neue"/>
        <a:cs typeface="Arial" panose="020B0604020202020204" pitchFamily="34" charset="0"/>
        <a:sym typeface="Helvetica Neue"/>
      </a:defRPr>
    </a:lvl1pPr>
    <a:lvl2pPr indent="228597" defTabSz="457195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195" defTabSz="457195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792" defTabSz="457195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389" defTabSz="457195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2986" defTabSz="457195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584" defTabSz="457195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181" defTabSz="457195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778" defTabSz="457195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ircle">
            <a:extLst>
              <a:ext uri="{FF2B5EF4-FFF2-40B4-BE49-F238E27FC236}">
                <a16:creationId xmlns:a16="http://schemas.microsoft.com/office/drawing/2014/main" id="{F45B0D71-897C-4EB0-46E0-FB6CB6B7B520}"/>
              </a:ext>
            </a:extLst>
          </p:cNvPr>
          <p:cNvSpPr/>
          <p:nvPr userDrawn="1"/>
        </p:nvSpPr>
        <p:spPr>
          <a:xfrm>
            <a:off x="22441118" y="11878734"/>
            <a:ext cx="571500" cy="57150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6A0843-726A-3A59-EE52-9E2E5CFD50FB}"/>
              </a:ext>
            </a:extLst>
          </p:cNvPr>
          <p:cNvSpPr txBox="1"/>
          <p:nvPr userDrawn="1"/>
        </p:nvSpPr>
        <p:spPr>
          <a:xfrm>
            <a:off x="21945599" y="11989137"/>
            <a:ext cx="158387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237BFCC7-0462-204F-8CFA-53F012517568}" type="slidenum">
              <a:rPr kumimoji="0" lang="en-RU" sz="1400" b="1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‹#›</a:t>
            </a:fld>
            <a:endParaRPr kumimoji="0" lang="en-RU" sz="1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902CFB0-D572-BEF3-4C22-35C7B16C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58759" y="742369"/>
            <a:ext cx="2688063" cy="1176028"/>
          </a:xfrm>
          <a:prstGeom prst="rect">
            <a:avLst/>
          </a:prstGeom>
        </p:spPr>
      </p:pic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_Re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">
            <a:extLst>
              <a:ext uri="{FF2B5EF4-FFF2-40B4-BE49-F238E27FC236}">
                <a16:creationId xmlns:a16="http://schemas.microsoft.com/office/drawing/2014/main" id="{EE11BFFA-23E6-49E3-A942-F58919D39390}"/>
              </a:ext>
            </a:extLst>
          </p:cNvPr>
          <p:cNvSpPr/>
          <p:nvPr userDrawn="1"/>
        </p:nvSpPr>
        <p:spPr>
          <a:xfrm>
            <a:off x="-8468" y="7426"/>
            <a:ext cx="24400935" cy="5337688"/>
          </a:xfrm>
          <a:prstGeom prst="rect">
            <a:avLst/>
          </a:prstGeom>
          <a:solidFill>
            <a:schemeClr val="accent2"/>
          </a:solidFill>
          <a:ln w="12700">
            <a:noFill/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" name="Circle">
            <a:extLst>
              <a:ext uri="{FF2B5EF4-FFF2-40B4-BE49-F238E27FC236}">
                <a16:creationId xmlns:a16="http://schemas.microsoft.com/office/drawing/2014/main" id="{C8EC8FE0-0138-72CC-F050-6504FAB4FA84}"/>
              </a:ext>
            </a:extLst>
          </p:cNvPr>
          <p:cNvSpPr/>
          <p:nvPr userDrawn="1"/>
        </p:nvSpPr>
        <p:spPr>
          <a:xfrm>
            <a:off x="22441118" y="11878734"/>
            <a:ext cx="571500" cy="57150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DB37BF-5AF1-C89B-8019-3577DB4285F9}"/>
              </a:ext>
            </a:extLst>
          </p:cNvPr>
          <p:cNvSpPr txBox="1"/>
          <p:nvPr userDrawn="1"/>
        </p:nvSpPr>
        <p:spPr>
          <a:xfrm>
            <a:off x="21945599" y="11989137"/>
            <a:ext cx="158387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237BFCC7-0462-204F-8CFA-53F012517568}" type="slidenum">
              <a:rPr kumimoji="0" lang="en-RU" sz="1400" b="1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‹#›</a:t>
            </a:fld>
            <a:endParaRPr kumimoji="0" lang="en-RU" sz="1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C8EEEB-4815-E390-57A0-AE879E73A6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58759" y="742369"/>
            <a:ext cx="2688063" cy="117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79365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+ Photo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5D3E87-3C0B-F341-A27B-E2D273F599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12413" y="3867576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E391CB4-F622-EE43-B7C0-C3795A8A817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35451" y="3867576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CDBF16-3682-A242-9C9E-476989CD5E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58488" y="3867576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3456F4FF-644F-E34F-AC43-D48D8A05DF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381526" y="3867576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6E67A86B-D2D7-4448-8557-A3A39BC9F7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04564" y="3867576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3B8D20F-D046-D946-99FE-1E81A88B9B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2413" y="7104552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7C0CB0D5-2B46-DD4D-8C04-40F9D2008D4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35451" y="7104552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15A5B861-B62C-8042-958E-38453E0934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058488" y="7104552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4E68379E-C006-DE43-A791-6269DC771BB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4381526" y="7104552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D2AFC5A0-9BEF-D44B-9C18-CB175E90F41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7704564" y="7104552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2" name="Circle">
            <a:extLst>
              <a:ext uri="{FF2B5EF4-FFF2-40B4-BE49-F238E27FC236}">
                <a16:creationId xmlns:a16="http://schemas.microsoft.com/office/drawing/2014/main" id="{1780EDDA-258C-931F-B0A1-E4E70C698017}"/>
              </a:ext>
            </a:extLst>
          </p:cNvPr>
          <p:cNvSpPr/>
          <p:nvPr userDrawn="1"/>
        </p:nvSpPr>
        <p:spPr>
          <a:xfrm>
            <a:off x="22441118" y="11878734"/>
            <a:ext cx="571500" cy="57150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A778B2-1FAE-607E-FE4E-E79180AC544D}"/>
              </a:ext>
            </a:extLst>
          </p:cNvPr>
          <p:cNvSpPr txBox="1"/>
          <p:nvPr userDrawn="1"/>
        </p:nvSpPr>
        <p:spPr>
          <a:xfrm>
            <a:off x="21945599" y="11989137"/>
            <a:ext cx="158387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237BFCC7-0462-204F-8CFA-53F012517568}" type="slidenum">
              <a:rPr kumimoji="0" lang="en-RU" sz="1400" b="1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‹#›</a:t>
            </a:fld>
            <a:endParaRPr kumimoji="0" lang="en-RU" sz="1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077680-9992-7CA3-67D4-C26C007AC0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58759" y="742369"/>
            <a:ext cx="2688063" cy="117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01214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 (without header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">
            <a:extLst>
              <a:ext uri="{FF2B5EF4-FFF2-40B4-BE49-F238E27FC236}">
                <a16:creationId xmlns:a16="http://schemas.microsoft.com/office/drawing/2014/main" id="{43FBEB1F-7A76-9A45-261E-C90E40F044DB}"/>
              </a:ext>
            </a:extLst>
          </p:cNvPr>
          <p:cNvSpPr/>
          <p:nvPr userDrawn="1"/>
        </p:nvSpPr>
        <p:spPr>
          <a:xfrm>
            <a:off x="22441118" y="11878734"/>
            <a:ext cx="571500" cy="57150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A3E8BA-B8F4-B639-5694-FC4340E808AD}"/>
              </a:ext>
            </a:extLst>
          </p:cNvPr>
          <p:cNvSpPr txBox="1"/>
          <p:nvPr userDrawn="1"/>
        </p:nvSpPr>
        <p:spPr>
          <a:xfrm>
            <a:off x="21945599" y="11989137"/>
            <a:ext cx="158387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237BFCC7-0462-204F-8CFA-53F012517568}" type="slidenum">
              <a:rPr kumimoji="0" lang="en-RU" sz="1400" b="1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‹#›</a:t>
            </a:fld>
            <a:endParaRPr kumimoji="0" lang="en-RU" sz="1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(without header) + Photo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BAE1344-71FB-214A-985A-C79AE33BAD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12413" y="3867576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FAF2F12-F6A2-F94B-94A1-8FC535902C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35451" y="3867576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2D72B2A-0AFA-E744-A788-3DBAB233409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58488" y="3867576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86CE5F9-F76C-5447-854F-C41CDBCF8B4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381526" y="3867576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D67D36D-1FCA-3A46-9B4A-5D1828C6D6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04564" y="3867576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486BE658-6D24-CA4C-AB3D-5A54CB356B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2413" y="7104552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FF242D3-B6C6-414A-84B9-697A2301F8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35451" y="7104552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050F28B-8BAE-5B4C-B35C-E30F344D514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058488" y="7104552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42DCAE9-9E18-4B47-A5A0-FB78038F082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4381526" y="7104552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32F03F1-C50A-864C-B428-79231A186CE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7704564" y="7104552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2" name="Circle">
            <a:extLst>
              <a:ext uri="{FF2B5EF4-FFF2-40B4-BE49-F238E27FC236}">
                <a16:creationId xmlns:a16="http://schemas.microsoft.com/office/drawing/2014/main" id="{C1EAAE23-95AD-ACA9-8D10-06E84970F323}"/>
              </a:ext>
            </a:extLst>
          </p:cNvPr>
          <p:cNvSpPr/>
          <p:nvPr userDrawn="1"/>
        </p:nvSpPr>
        <p:spPr>
          <a:xfrm>
            <a:off x="22441118" y="11878734"/>
            <a:ext cx="571500" cy="57150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2C4A6C-1FF9-8DE3-A5AF-C565B10E0D9D}"/>
              </a:ext>
            </a:extLst>
          </p:cNvPr>
          <p:cNvSpPr txBox="1"/>
          <p:nvPr userDrawn="1"/>
        </p:nvSpPr>
        <p:spPr>
          <a:xfrm>
            <a:off x="21945599" y="11989137"/>
            <a:ext cx="158387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237BFCC7-0462-204F-8CFA-53F012517568}" type="slidenum">
              <a:rPr kumimoji="0" lang="en-RU" sz="1400" b="1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‹#›</a:t>
            </a:fld>
            <a:endParaRPr kumimoji="0" lang="en-RU" sz="1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4284329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+ Photo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01F935C2-BB49-7F44-AA76-95F6700993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12413" y="3867576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871FA9-522E-EF46-8ED1-22380FB407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35451" y="3867576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A1CE6A93-8415-B84C-9636-40D989C322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58488" y="3867576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24F4412B-9D40-1740-8196-208EDFDE6A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381526" y="3867576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F52A887-0B61-FB40-A002-18D9DB1567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04564" y="3867576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9D153C23-CF0C-C44B-9801-00A20600265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2413" y="7104552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A9D09E7-4FBA-1C4C-8814-B5E33FE5F0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35451" y="7104552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9E774562-BACD-F54F-9D9D-7B802146C18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058488" y="7104552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3A962AB2-20FD-7B4B-A867-E694B5CA8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4381526" y="7104552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BC6BEB8C-9FDC-BC4E-B300-7609F4B058E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7704564" y="7104552"/>
            <a:ext cx="2403476" cy="24018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001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8445349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3" r:id="rId3"/>
    <p:sldLayoutId id="2147483651" r:id="rId4"/>
    <p:sldLayoutId id="2147483654" r:id="rId5"/>
    <p:sldLayoutId id="2147483652" r:id="rId6"/>
    <p:sldLayoutId id="2147483655" r:id="rId7"/>
  </p:sldLayoutIdLst>
  <p:transition spd="med"/>
  <p:txStyles>
    <p:titleStyle>
      <a:lvl1pPr marL="0" marR="0" indent="0" algn="ctr" defTabSz="8255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2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48" algn="ctr" defTabSz="8255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2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99" algn="ctr" defTabSz="8255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2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747" algn="ctr" defTabSz="8255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2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995" algn="ctr" defTabSz="8255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2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246" algn="ctr" defTabSz="8255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2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494" algn="ctr" defTabSz="8255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2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745" algn="ctr" defTabSz="8255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2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993" algn="ctr" defTabSz="8255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2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69" marR="0" indent="-635069" algn="l" defTabSz="82559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136" marR="0" indent="-635069" algn="l" defTabSz="82559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206" marR="0" indent="-635069" algn="l" defTabSz="82559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273" marR="0" indent="-635069" algn="l" defTabSz="82559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342" marR="0" indent="-635069" algn="l" defTabSz="82559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409" marR="0" indent="-635069" algn="l" defTabSz="82559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479" marR="0" indent="-635069" algn="l" defTabSz="82559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546" marR="0" indent="-635069" algn="l" defTabSz="82559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615" marR="0" indent="-635069" algn="l" defTabSz="82559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48" algn="ctr" defTabSz="8255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99" algn="ctr" defTabSz="8255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747" algn="ctr" defTabSz="8255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995" algn="ctr" defTabSz="8255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246" algn="ctr" defTabSz="8255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494" algn="ctr" defTabSz="8255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745" algn="ctr" defTabSz="8255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993" algn="ctr" defTabSz="8255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n1qd/WeatherMoo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D8771-F6A7-8CE4-529C-6DFE03F32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139557-0DC5-BEDE-6972-DB6CB218BCE6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C653170-95E6-A1F3-81FD-DD2A19124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0" y="1440000"/>
            <a:ext cx="5689600" cy="25034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6E0751-2C8B-579A-D15D-B8619F01E597}"/>
              </a:ext>
            </a:extLst>
          </p:cNvPr>
          <p:cNvSpPr txBox="1"/>
          <p:nvPr/>
        </p:nvSpPr>
        <p:spPr>
          <a:xfrm>
            <a:off x="4422317" y="5148618"/>
            <a:ext cx="8160429" cy="14773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WeatherMood</a:t>
            </a:r>
            <a:endParaRPr lang="ru-RU" sz="25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57" name="Рисунок 456">
            <a:extLst>
              <a:ext uri="{FF2B5EF4-FFF2-40B4-BE49-F238E27FC236}">
                <a16:creationId xmlns:a16="http://schemas.microsoft.com/office/drawing/2014/main" id="{4AD467F6-C2E6-9A59-7107-07A50951C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64669" y="1"/>
            <a:ext cx="10659962" cy="13715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4B8204-04EE-CFBF-D94B-48B8F24FAD91}"/>
              </a:ext>
            </a:extLst>
          </p:cNvPr>
          <p:cNvSpPr txBox="1"/>
          <p:nvPr/>
        </p:nvSpPr>
        <p:spPr>
          <a:xfrm>
            <a:off x="647700" y="11127416"/>
            <a:ext cx="15709665" cy="166199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ru-RU" sz="5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Выполнил: Афанасенко Илья</a:t>
            </a:r>
            <a:br>
              <a:rPr lang="ru-RU" sz="5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5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Группа: 413ИС</a:t>
            </a:r>
            <a:r>
              <a:rPr lang="en-US" sz="5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-22</a:t>
            </a:r>
            <a:endParaRPr lang="ru-RU" sz="54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71346-D8A8-929E-0A0B-7D4C93C91AB8}"/>
              </a:ext>
            </a:extLst>
          </p:cNvPr>
          <p:cNvSpPr txBox="1"/>
          <p:nvPr/>
        </p:nvSpPr>
        <p:spPr>
          <a:xfrm>
            <a:off x="647700" y="6792780"/>
            <a:ext cx="15525732" cy="166199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ru-RU" sz="5400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Android</a:t>
            </a:r>
            <a:r>
              <a:rPr lang="ru-RU" sz="5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-приложение для отслеживания погоды и анализа настроения</a:t>
            </a:r>
          </a:p>
        </p:txBody>
      </p:sp>
      <p:grpSp>
        <p:nvGrpSpPr>
          <p:cNvPr id="6" name="Group 1">
            <a:extLst>
              <a:ext uri="{FF2B5EF4-FFF2-40B4-BE49-F238E27FC236}">
                <a16:creationId xmlns:a16="http://schemas.microsoft.com/office/drawing/2014/main" id="{A3F048F9-664F-A7B5-58B9-21E74FBBCBDA}"/>
              </a:ext>
            </a:extLst>
          </p:cNvPr>
          <p:cNvGrpSpPr/>
          <p:nvPr/>
        </p:nvGrpSpPr>
        <p:grpSpPr>
          <a:xfrm>
            <a:off x="-7592873" y="4932329"/>
            <a:ext cx="5492854" cy="4612956"/>
            <a:chOff x="1432112" y="4582017"/>
            <a:chExt cx="5492853" cy="4612955"/>
          </a:xfrm>
        </p:grpSpPr>
        <p:sp>
          <p:nvSpPr>
            <p:cNvPr id="8" name="Lorem ipsum dolor sit amet, consectetur adipiscing elit, sed do">
              <a:extLst>
                <a:ext uri="{FF2B5EF4-FFF2-40B4-BE49-F238E27FC236}">
                  <a16:creationId xmlns:a16="http://schemas.microsoft.com/office/drawing/2014/main" id="{F3FC8B5F-8C68-B8F1-8612-3DBB0796E228}"/>
                </a:ext>
              </a:extLst>
            </p:cNvPr>
            <p:cNvSpPr txBox="1"/>
            <p:nvPr/>
          </p:nvSpPr>
          <p:spPr>
            <a:xfrm>
              <a:off x="1496060" y="4582017"/>
              <a:ext cx="4478106" cy="87806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r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Комбинацию погоды и трекинга настроения</a:t>
              </a:r>
            </a:p>
          </p:txBody>
        </p:sp>
        <p:sp>
          <p:nvSpPr>
            <p:cNvPr id="9" name="Circle">
              <a:extLst>
                <a:ext uri="{FF2B5EF4-FFF2-40B4-BE49-F238E27FC236}">
                  <a16:creationId xmlns:a16="http://schemas.microsoft.com/office/drawing/2014/main" id="{840CC265-703B-F594-088E-9CCBA15D6240}"/>
                </a:ext>
              </a:extLst>
            </p:cNvPr>
            <p:cNvSpPr/>
            <p:nvPr/>
          </p:nvSpPr>
          <p:spPr>
            <a:xfrm>
              <a:off x="6364078" y="4710110"/>
              <a:ext cx="560887" cy="560888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Graphic 48">
              <a:extLst>
                <a:ext uri="{FF2B5EF4-FFF2-40B4-BE49-F238E27FC236}">
                  <a16:creationId xmlns:a16="http://schemas.microsoft.com/office/drawing/2014/main" id="{8C571D17-B40D-0112-E64A-1DFF526045E9}"/>
                </a:ext>
              </a:extLst>
            </p:cNvPr>
            <p:cNvSpPr/>
            <p:nvPr/>
          </p:nvSpPr>
          <p:spPr>
            <a:xfrm>
              <a:off x="6529931" y="4905690"/>
              <a:ext cx="254578" cy="169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6" h="20985" extrusionOk="0">
                  <a:moveTo>
                    <a:pt x="10679" y="20063"/>
                  </a:moveTo>
                  <a:lnTo>
                    <a:pt x="20565" y="5375"/>
                  </a:lnTo>
                  <a:cubicBezTo>
                    <a:pt x="21393" y="4146"/>
                    <a:pt x="21393" y="2152"/>
                    <a:pt x="20565" y="923"/>
                  </a:cubicBezTo>
                  <a:cubicBezTo>
                    <a:pt x="19738" y="-307"/>
                    <a:pt x="18396" y="-307"/>
                    <a:pt x="17568" y="923"/>
                  </a:cubicBezTo>
                  <a:lnTo>
                    <a:pt x="9181" y="13386"/>
                  </a:lnTo>
                  <a:lnTo>
                    <a:pt x="3618" y="5119"/>
                  </a:lnTo>
                  <a:cubicBezTo>
                    <a:pt x="2790" y="3889"/>
                    <a:pt x="1448" y="3889"/>
                    <a:pt x="621" y="5119"/>
                  </a:cubicBezTo>
                  <a:cubicBezTo>
                    <a:pt x="-207" y="6349"/>
                    <a:pt x="-207" y="8342"/>
                    <a:pt x="621" y="9572"/>
                  </a:cubicBezTo>
                  <a:lnTo>
                    <a:pt x="7682" y="20063"/>
                  </a:lnTo>
                  <a:cubicBezTo>
                    <a:pt x="8509" y="21292"/>
                    <a:pt x="9851" y="21293"/>
                    <a:pt x="10678" y="20064"/>
                  </a:cubicBezTo>
                  <a:lnTo>
                    <a:pt x="10679" y="2006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Nunc non blandit massa enim nec senectus et. Viverra maecenas">
              <a:extLst>
                <a:ext uri="{FF2B5EF4-FFF2-40B4-BE49-F238E27FC236}">
                  <a16:creationId xmlns:a16="http://schemas.microsoft.com/office/drawing/2014/main" id="{D0D77C19-0B12-7D12-7DF4-3D1AD52B9AEB}"/>
                </a:ext>
              </a:extLst>
            </p:cNvPr>
            <p:cNvSpPr txBox="1"/>
            <p:nvPr/>
          </p:nvSpPr>
          <p:spPr>
            <a:xfrm>
              <a:off x="1432112" y="5826982"/>
              <a:ext cx="4542054" cy="87806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r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Аналитику связи между погодой и эмоциями</a:t>
              </a:r>
            </a:p>
          </p:txBody>
        </p:sp>
        <p:sp>
          <p:nvSpPr>
            <p:cNvPr id="12" name="Circle">
              <a:extLst>
                <a:ext uri="{FF2B5EF4-FFF2-40B4-BE49-F238E27FC236}">
                  <a16:creationId xmlns:a16="http://schemas.microsoft.com/office/drawing/2014/main" id="{448D1F77-0658-A8DA-174C-5BE4E668EC6A}"/>
                </a:ext>
              </a:extLst>
            </p:cNvPr>
            <p:cNvSpPr/>
            <p:nvPr/>
          </p:nvSpPr>
          <p:spPr>
            <a:xfrm>
              <a:off x="6364078" y="5955074"/>
              <a:ext cx="560887" cy="560888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Graphic 48">
              <a:extLst>
                <a:ext uri="{FF2B5EF4-FFF2-40B4-BE49-F238E27FC236}">
                  <a16:creationId xmlns:a16="http://schemas.microsoft.com/office/drawing/2014/main" id="{DEFCE9E6-112C-CAC2-53AF-EA282D064C4C}"/>
                </a:ext>
              </a:extLst>
            </p:cNvPr>
            <p:cNvSpPr/>
            <p:nvPr/>
          </p:nvSpPr>
          <p:spPr>
            <a:xfrm>
              <a:off x="6529931" y="6150654"/>
              <a:ext cx="254578" cy="169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6" h="20985" extrusionOk="0">
                  <a:moveTo>
                    <a:pt x="10679" y="20063"/>
                  </a:moveTo>
                  <a:lnTo>
                    <a:pt x="20565" y="5375"/>
                  </a:lnTo>
                  <a:cubicBezTo>
                    <a:pt x="21393" y="4146"/>
                    <a:pt x="21393" y="2152"/>
                    <a:pt x="20565" y="923"/>
                  </a:cubicBezTo>
                  <a:cubicBezTo>
                    <a:pt x="19738" y="-307"/>
                    <a:pt x="18396" y="-307"/>
                    <a:pt x="17568" y="923"/>
                  </a:cubicBezTo>
                  <a:lnTo>
                    <a:pt x="9181" y="13386"/>
                  </a:lnTo>
                  <a:lnTo>
                    <a:pt x="3618" y="5119"/>
                  </a:lnTo>
                  <a:cubicBezTo>
                    <a:pt x="2790" y="3889"/>
                    <a:pt x="1448" y="3889"/>
                    <a:pt x="621" y="5119"/>
                  </a:cubicBezTo>
                  <a:cubicBezTo>
                    <a:pt x="-207" y="6349"/>
                    <a:pt x="-207" y="8342"/>
                    <a:pt x="621" y="9572"/>
                  </a:cubicBezTo>
                  <a:lnTo>
                    <a:pt x="7682" y="20063"/>
                  </a:lnTo>
                  <a:cubicBezTo>
                    <a:pt x="8509" y="21292"/>
                    <a:pt x="9851" y="21293"/>
                    <a:pt x="10678" y="20064"/>
                  </a:cubicBezTo>
                  <a:lnTo>
                    <a:pt x="10679" y="2006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Phasellus vestibulum lorem sed Fermentum leo vel orci porta non.">
              <a:extLst>
                <a:ext uri="{FF2B5EF4-FFF2-40B4-BE49-F238E27FC236}">
                  <a16:creationId xmlns:a16="http://schemas.microsoft.com/office/drawing/2014/main" id="{5906874E-1D14-0144-3B61-1B8417BB8E83}"/>
                </a:ext>
              </a:extLst>
            </p:cNvPr>
            <p:cNvSpPr txBox="1"/>
            <p:nvPr/>
          </p:nvSpPr>
          <p:spPr>
            <a:xfrm>
              <a:off x="1592745" y="7071947"/>
              <a:ext cx="4381422" cy="87806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r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Персональные советы по одежде и эко-советы</a:t>
              </a:r>
            </a:p>
          </p:txBody>
        </p:sp>
        <p:sp>
          <p:nvSpPr>
            <p:cNvPr id="15" name="Circle">
              <a:extLst>
                <a:ext uri="{FF2B5EF4-FFF2-40B4-BE49-F238E27FC236}">
                  <a16:creationId xmlns:a16="http://schemas.microsoft.com/office/drawing/2014/main" id="{41ADCD3C-96E3-7505-6E2A-ACCA36288EEA}"/>
                </a:ext>
              </a:extLst>
            </p:cNvPr>
            <p:cNvSpPr/>
            <p:nvPr/>
          </p:nvSpPr>
          <p:spPr>
            <a:xfrm>
              <a:off x="6364078" y="7200039"/>
              <a:ext cx="560887" cy="560888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Graphic 48">
              <a:extLst>
                <a:ext uri="{FF2B5EF4-FFF2-40B4-BE49-F238E27FC236}">
                  <a16:creationId xmlns:a16="http://schemas.microsoft.com/office/drawing/2014/main" id="{621F7E0A-A6F6-EAF5-5E8B-8A020B161CD6}"/>
                </a:ext>
              </a:extLst>
            </p:cNvPr>
            <p:cNvSpPr/>
            <p:nvPr/>
          </p:nvSpPr>
          <p:spPr>
            <a:xfrm>
              <a:off x="6529931" y="7395619"/>
              <a:ext cx="254578" cy="169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6" h="20985" extrusionOk="0">
                  <a:moveTo>
                    <a:pt x="10679" y="20063"/>
                  </a:moveTo>
                  <a:lnTo>
                    <a:pt x="20565" y="5375"/>
                  </a:lnTo>
                  <a:cubicBezTo>
                    <a:pt x="21393" y="4146"/>
                    <a:pt x="21393" y="2152"/>
                    <a:pt x="20565" y="923"/>
                  </a:cubicBezTo>
                  <a:cubicBezTo>
                    <a:pt x="19738" y="-307"/>
                    <a:pt x="18396" y="-307"/>
                    <a:pt x="17568" y="923"/>
                  </a:cubicBezTo>
                  <a:lnTo>
                    <a:pt x="9181" y="13386"/>
                  </a:lnTo>
                  <a:lnTo>
                    <a:pt x="3618" y="5119"/>
                  </a:lnTo>
                  <a:cubicBezTo>
                    <a:pt x="2790" y="3889"/>
                    <a:pt x="1448" y="3889"/>
                    <a:pt x="621" y="5119"/>
                  </a:cubicBezTo>
                  <a:cubicBezTo>
                    <a:pt x="-207" y="6349"/>
                    <a:pt x="-207" y="8342"/>
                    <a:pt x="621" y="9572"/>
                  </a:cubicBezTo>
                  <a:lnTo>
                    <a:pt x="7682" y="20063"/>
                  </a:lnTo>
                  <a:cubicBezTo>
                    <a:pt x="8509" y="21292"/>
                    <a:pt x="9851" y="21293"/>
                    <a:pt x="10678" y="20064"/>
                  </a:cubicBezTo>
                  <a:lnTo>
                    <a:pt x="10679" y="2006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Lorem ipsum dolor sit amet, consectetur adipiscing elit, sed do">
              <a:extLst>
                <a:ext uri="{FF2B5EF4-FFF2-40B4-BE49-F238E27FC236}">
                  <a16:creationId xmlns:a16="http://schemas.microsoft.com/office/drawing/2014/main" id="{65968A21-C8D8-C132-0767-77FFBAD75E48}"/>
                </a:ext>
              </a:extLst>
            </p:cNvPr>
            <p:cNvSpPr txBox="1"/>
            <p:nvPr/>
          </p:nvSpPr>
          <p:spPr>
            <a:xfrm>
              <a:off x="1496060" y="8316909"/>
              <a:ext cx="4478106" cy="87806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r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Уникальный опыт для пользователя</a:t>
              </a:r>
            </a:p>
          </p:txBody>
        </p:sp>
        <p:sp>
          <p:nvSpPr>
            <p:cNvPr id="18" name="Circle">
              <a:extLst>
                <a:ext uri="{FF2B5EF4-FFF2-40B4-BE49-F238E27FC236}">
                  <a16:creationId xmlns:a16="http://schemas.microsoft.com/office/drawing/2014/main" id="{75F9FB84-6BCB-CFA5-9366-9886AE72C71F}"/>
                </a:ext>
              </a:extLst>
            </p:cNvPr>
            <p:cNvSpPr/>
            <p:nvPr/>
          </p:nvSpPr>
          <p:spPr>
            <a:xfrm>
              <a:off x="6364078" y="8445003"/>
              <a:ext cx="560887" cy="560888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Graphic 48">
              <a:extLst>
                <a:ext uri="{FF2B5EF4-FFF2-40B4-BE49-F238E27FC236}">
                  <a16:creationId xmlns:a16="http://schemas.microsoft.com/office/drawing/2014/main" id="{6DBF2878-DE96-548D-9D7A-1F35369B610F}"/>
                </a:ext>
              </a:extLst>
            </p:cNvPr>
            <p:cNvSpPr/>
            <p:nvPr/>
          </p:nvSpPr>
          <p:spPr>
            <a:xfrm>
              <a:off x="6529931" y="8640583"/>
              <a:ext cx="254578" cy="169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6" h="20985" extrusionOk="0">
                  <a:moveTo>
                    <a:pt x="10679" y="20063"/>
                  </a:moveTo>
                  <a:lnTo>
                    <a:pt x="20565" y="5375"/>
                  </a:lnTo>
                  <a:cubicBezTo>
                    <a:pt x="21393" y="4146"/>
                    <a:pt x="21393" y="2152"/>
                    <a:pt x="20565" y="923"/>
                  </a:cubicBezTo>
                  <a:cubicBezTo>
                    <a:pt x="19738" y="-307"/>
                    <a:pt x="18396" y="-307"/>
                    <a:pt x="17568" y="923"/>
                  </a:cubicBezTo>
                  <a:lnTo>
                    <a:pt x="9181" y="13386"/>
                  </a:lnTo>
                  <a:lnTo>
                    <a:pt x="3618" y="5119"/>
                  </a:lnTo>
                  <a:cubicBezTo>
                    <a:pt x="2790" y="3889"/>
                    <a:pt x="1448" y="3889"/>
                    <a:pt x="621" y="5119"/>
                  </a:cubicBezTo>
                  <a:cubicBezTo>
                    <a:pt x="-207" y="6349"/>
                    <a:pt x="-207" y="8342"/>
                    <a:pt x="621" y="9572"/>
                  </a:cubicBezTo>
                  <a:lnTo>
                    <a:pt x="7682" y="20063"/>
                  </a:lnTo>
                  <a:cubicBezTo>
                    <a:pt x="8509" y="21292"/>
                    <a:pt x="9851" y="21293"/>
                    <a:pt x="10678" y="20064"/>
                  </a:cubicBezTo>
                  <a:lnTo>
                    <a:pt x="10679" y="2006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Placeholder Demo Text">
            <a:extLst>
              <a:ext uri="{FF2B5EF4-FFF2-40B4-BE49-F238E27FC236}">
                <a16:creationId xmlns:a16="http://schemas.microsoft.com/office/drawing/2014/main" id="{9925268D-5E38-B663-419E-9FE23F3810C0}"/>
              </a:ext>
            </a:extLst>
          </p:cNvPr>
          <p:cNvSpPr txBox="1"/>
          <p:nvPr/>
        </p:nvSpPr>
        <p:spPr>
          <a:xfrm>
            <a:off x="-7592872" y="3926885"/>
            <a:ext cx="6566000" cy="1277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noAutofit/>
          </a:bodyPr>
          <a:lstStyle>
            <a:lvl1pPr algn="l">
              <a:defRPr sz="80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en-US" sz="36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WeatherMood</a:t>
            </a:r>
            <a:r>
              <a:rPr lang="en-US" sz="3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предлагает:</a:t>
            </a:r>
          </a:p>
        </p:txBody>
      </p:sp>
      <p:grpSp>
        <p:nvGrpSpPr>
          <p:cNvPr id="21" name="Group 2">
            <a:extLst>
              <a:ext uri="{FF2B5EF4-FFF2-40B4-BE49-F238E27FC236}">
                <a16:creationId xmlns:a16="http://schemas.microsoft.com/office/drawing/2014/main" id="{9B8DC007-BF90-BFD8-E22D-A2611CF7B05B}"/>
              </a:ext>
            </a:extLst>
          </p:cNvPr>
          <p:cNvGrpSpPr/>
          <p:nvPr/>
        </p:nvGrpSpPr>
        <p:grpSpPr>
          <a:xfrm>
            <a:off x="26456319" y="4749551"/>
            <a:ext cx="5477159" cy="4295779"/>
            <a:chOff x="17685180" y="4716956"/>
            <a:chExt cx="5477160" cy="4295780"/>
          </a:xfrm>
        </p:grpSpPr>
        <p:sp>
          <p:nvSpPr>
            <p:cNvPr id="22" name="Lorem ipsum dolor sit amet, consectetur adipiscing elit, sed do">
              <a:extLst>
                <a:ext uri="{FF2B5EF4-FFF2-40B4-BE49-F238E27FC236}">
                  <a16:creationId xmlns:a16="http://schemas.microsoft.com/office/drawing/2014/main" id="{16F3F774-FBE5-2B27-4E2F-D624BAAC5C6E}"/>
                </a:ext>
              </a:extLst>
            </p:cNvPr>
            <p:cNvSpPr txBox="1"/>
            <p:nvPr/>
          </p:nvSpPr>
          <p:spPr>
            <a:xfrm>
              <a:off x="18611816" y="4748849"/>
              <a:ext cx="4478105" cy="47167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Показывают только погоду</a:t>
              </a:r>
            </a:p>
          </p:txBody>
        </p:sp>
        <p:sp>
          <p:nvSpPr>
            <p:cNvPr id="23" name="Circle">
              <a:extLst>
                <a:ext uri="{FF2B5EF4-FFF2-40B4-BE49-F238E27FC236}">
                  <a16:creationId xmlns:a16="http://schemas.microsoft.com/office/drawing/2014/main" id="{9EC3F044-4974-5ABE-250E-25DF2AD6CE91}"/>
                </a:ext>
              </a:extLst>
            </p:cNvPr>
            <p:cNvSpPr/>
            <p:nvPr/>
          </p:nvSpPr>
          <p:spPr>
            <a:xfrm>
              <a:off x="17685180" y="4716956"/>
              <a:ext cx="560887" cy="560887"/>
            </a:xfrm>
            <a:prstGeom prst="ellipse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Nunc non blandit massa enim nec senectus et. Viverra maecenas">
              <a:extLst>
                <a:ext uri="{FF2B5EF4-FFF2-40B4-BE49-F238E27FC236}">
                  <a16:creationId xmlns:a16="http://schemas.microsoft.com/office/drawing/2014/main" id="{9366D1F8-78DD-7DA3-F3DF-F244B4C8D48F}"/>
                </a:ext>
              </a:extLst>
            </p:cNvPr>
            <p:cNvSpPr txBox="1"/>
            <p:nvPr/>
          </p:nvSpPr>
          <p:spPr>
            <a:xfrm>
              <a:off x="18620284" y="5833828"/>
              <a:ext cx="4542056" cy="87806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Не анализируют связь погоды и настроения</a:t>
              </a:r>
            </a:p>
          </p:txBody>
        </p:sp>
        <p:sp>
          <p:nvSpPr>
            <p:cNvPr id="25" name="Circle">
              <a:extLst>
                <a:ext uri="{FF2B5EF4-FFF2-40B4-BE49-F238E27FC236}">
                  <a16:creationId xmlns:a16="http://schemas.microsoft.com/office/drawing/2014/main" id="{AB69777A-DDF3-A3DF-70E6-7283B4550413}"/>
                </a:ext>
              </a:extLst>
            </p:cNvPr>
            <p:cNvSpPr/>
            <p:nvPr/>
          </p:nvSpPr>
          <p:spPr>
            <a:xfrm>
              <a:off x="17685180" y="5961920"/>
              <a:ext cx="560887" cy="560887"/>
            </a:xfrm>
            <a:prstGeom prst="ellipse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Phasellus vestibulum lorem sed Fermentum leo vel orci porta non.">
              <a:extLst>
                <a:ext uri="{FF2B5EF4-FFF2-40B4-BE49-F238E27FC236}">
                  <a16:creationId xmlns:a16="http://schemas.microsoft.com/office/drawing/2014/main" id="{8774A968-D334-0AAC-387A-1C675C4F7985}"/>
                </a:ext>
              </a:extLst>
            </p:cNvPr>
            <p:cNvSpPr txBox="1"/>
            <p:nvPr/>
          </p:nvSpPr>
          <p:spPr>
            <a:xfrm>
              <a:off x="18611816" y="7078791"/>
              <a:ext cx="4381421" cy="87806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Нет персонализированных рекомендаций</a:t>
              </a:r>
            </a:p>
          </p:txBody>
        </p:sp>
        <p:sp>
          <p:nvSpPr>
            <p:cNvPr id="27" name="Circle">
              <a:extLst>
                <a:ext uri="{FF2B5EF4-FFF2-40B4-BE49-F238E27FC236}">
                  <a16:creationId xmlns:a16="http://schemas.microsoft.com/office/drawing/2014/main" id="{65AE40B3-C673-6062-B385-13B7B65D9D87}"/>
                </a:ext>
              </a:extLst>
            </p:cNvPr>
            <p:cNvSpPr/>
            <p:nvPr/>
          </p:nvSpPr>
          <p:spPr>
            <a:xfrm>
              <a:off x="17685180" y="7206885"/>
              <a:ext cx="560887" cy="560887"/>
            </a:xfrm>
            <a:prstGeom prst="ellipse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Lorem ipsum dolor sit amet, consectetur adipiscing elit, sed do">
              <a:extLst>
                <a:ext uri="{FF2B5EF4-FFF2-40B4-BE49-F238E27FC236}">
                  <a16:creationId xmlns:a16="http://schemas.microsoft.com/office/drawing/2014/main" id="{2B5F6609-C09F-0318-D617-D3C2157B0FAD}"/>
                </a:ext>
              </a:extLst>
            </p:cNvPr>
            <p:cNvSpPr txBox="1"/>
            <p:nvPr/>
          </p:nvSpPr>
          <p:spPr>
            <a:xfrm>
              <a:off x="18611816" y="8481162"/>
              <a:ext cx="4478105" cy="47167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Однообразный функционал</a:t>
              </a:r>
            </a:p>
          </p:txBody>
        </p:sp>
        <p:sp>
          <p:nvSpPr>
            <p:cNvPr id="29" name="Circle">
              <a:extLst>
                <a:ext uri="{FF2B5EF4-FFF2-40B4-BE49-F238E27FC236}">
                  <a16:creationId xmlns:a16="http://schemas.microsoft.com/office/drawing/2014/main" id="{2AAEB608-1A18-621C-2D26-82E095868EE6}"/>
                </a:ext>
              </a:extLst>
            </p:cNvPr>
            <p:cNvSpPr/>
            <p:nvPr/>
          </p:nvSpPr>
          <p:spPr>
            <a:xfrm>
              <a:off x="17685180" y="8451850"/>
              <a:ext cx="560887" cy="560886"/>
            </a:xfrm>
            <a:prstGeom prst="ellipse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Shape">
              <a:extLst>
                <a:ext uri="{FF2B5EF4-FFF2-40B4-BE49-F238E27FC236}">
                  <a16:creationId xmlns:a16="http://schemas.microsoft.com/office/drawing/2014/main" id="{C5CE5729-CFE3-3E02-4C24-D44586F468B0}"/>
                </a:ext>
              </a:extLst>
            </p:cNvPr>
            <p:cNvSpPr/>
            <p:nvPr/>
          </p:nvSpPr>
          <p:spPr>
            <a:xfrm>
              <a:off x="17879482" y="4911258"/>
              <a:ext cx="172283" cy="172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8" h="21398" extrusionOk="0">
                  <a:moveTo>
                    <a:pt x="3239" y="1"/>
                  </a:moveTo>
                  <a:cubicBezTo>
                    <a:pt x="2772" y="1"/>
                    <a:pt x="2301" y="101"/>
                    <a:pt x="1867" y="303"/>
                  </a:cubicBezTo>
                  <a:cubicBezTo>
                    <a:pt x="1525" y="463"/>
                    <a:pt x="1219" y="678"/>
                    <a:pt x="952" y="945"/>
                  </a:cubicBezTo>
                  <a:cubicBezTo>
                    <a:pt x="685" y="1212"/>
                    <a:pt x="463" y="1525"/>
                    <a:pt x="303" y="1867"/>
                  </a:cubicBezTo>
                  <a:cubicBezTo>
                    <a:pt x="-101" y="2734"/>
                    <a:pt x="-101" y="3736"/>
                    <a:pt x="303" y="4603"/>
                  </a:cubicBezTo>
                  <a:cubicBezTo>
                    <a:pt x="564" y="5140"/>
                    <a:pt x="1165" y="5738"/>
                    <a:pt x="2162" y="6735"/>
                  </a:cubicBezTo>
                  <a:lnTo>
                    <a:pt x="6123" y="10695"/>
                  </a:lnTo>
                  <a:lnTo>
                    <a:pt x="2162" y="14663"/>
                  </a:lnTo>
                  <a:cubicBezTo>
                    <a:pt x="1166" y="15660"/>
                    <a:pt x="564" y="16258"/>
                    <a:pt x="303" y="16795"/>
                  </a:cubicBezTo>
                  <a:cubicBezTo>
                    <a:pt x="-101" y="17662"/>
                    <a:pt x="-101" y="18656"/>
                    <a:pt x="303" y="19524"/>
                  </a:cubicBezTo>
                  <a:cubicBezTo>
                    <a:pt x="463" y="19866"/>
                    <a:pt x="685" y="20179"/>
                    <a:pt x="952" y="20446"/>
                  </a:cubicBezTo>
                  <a:cubicBezTo>
                    <a:pt x="1219" y="20713"/>
                    <a:pt x="1525" y="20935"/>
                    <a:pt x="1867" y="21095"/>
                  </a:cubicBezTo>
                  <a:cubicBezTo>
                    <a:pt x="2734" y="21499"/>
                    <a:pt x="3736" y="21499"/>
                    <a:pt x="4603" y="21095"/>
                  </a:cubicBezTo>
                  <a:cubicBezTo>
                    <a:pt x="5140" y="20834"/>
                    <a:pt x="5738" y="20233"/>
                    <a:pt x="6735" y="19236"/>
                  </a:cubicBezTo>
                  <a:lnTo>
                    <a:pt x="10703" y="15275"/>
                  </a:lnTo>
                  <a:lnTo>
                    <a:pt x="14663" y="19236"/>
                  </a:lnTo>
                  <a:cubicBezTo>
                    <a:pt x="15660" y="20233"/>
                    <a:pt x="16258" y="20834"/>
                    <a:pt x="16795" y="21095"/>
                  </a:cubicBezTo>
                  <a:cubicBezTo>
                    <a:pt x="17662" y="21499"/>
                    <a:pt x="18664" y="21499"/>
                    <a:pt x="19531" y="21095"/>
                  </a:cubicBezTo>
                  <a:cubicBezTo>
                    <a:pt x="19873" y="20935"/>
                    <a:pt x="20186" y="20713"/>
                    <a:pt x="20453" y="20446"/>
                  </a:cubicBezTo>
                  <a:cubicBezTo>
                    <a:pt x="20720" y="20179"/>
                    <a:pt x="20935" y="19866"/>
                    <a:pt x="21095" y="19524"/>
                  </a:cubicBezTo>
                  <a:cubicBezTo>
                    <a:pt x="21499" y="18656"/>
                    <a:pt x="21499" y="17662"/>
                    <a:pt x="21095" y="16795"/>
                  </a:cubicBezTo>
                  <a:cubicBezTo>
                    <a:pt x="20834" y="16258"/>
                    <a:pt x="20240" y="15660"/>
                    <a:pt x="19243" y="14663"/>
                  </a:cubicBezTo>
                  <a:lnTo>
                    <a:pt x="15275" y="10695"/>
                  </a:lnTo>
                  <a:lnTo>
                    <a:pt x="19243" y="6735"/>
                  </a:lnTo>
                  <a:cubicBezTo>
                    <a:pt x="20240" y="5738"/>
                    <a:pt x="20834" y="5140"/>
                    <a:pt x="21095" y="4603"/>
                  </a:cubicBezTo>
                  <a:cubicBezTo>
                    <a:pt x="21499" y="3736"/>
                    <a:pt x="21499" y="2734"/>
                    <a:pt x="21095" y="1867"/>
                  </a:cubicBezTo>
                  <a:cubicBezTo>
                    <a:pt x="20935" y="1525"/>
                    <a:pt x="20720" y="1212"/>
                    <a:pt x="20453" y="945"/>
                  </a:cubicBezTo>
                  <a:cubicBezTo>
                    <a:pt x="20186" y="678"/>
                    <a:pt x="19873" y="463"/>
                    <a:pt x="19531" y="303"/>
                  </a:cubicBezTo>
                  <a:cubicBezTo>
                    <a:pt x="18664" y="-101"/>
                    <a:pt x="17662" y="-101"/>
                    <a:pt x="16795" y="303"/>
                  </a:cubicBezTo>
                  <a:cubicBezTo>
                    <a:pt x="16258" y="564"/>
                    <a:pt x="15660" y="1158"/>
                    <a:pt x="14663" y="2155"/>
                  </a:cubicBezTo>
                  <a:lnTo>
                    <a:pt x="10703" y="6123"/>
                  </a:lnTo>
                  <a:lnTo>
                    <a:pt x="6735" y="2155"/>
                  </a:lnTo>
                  <a:cubicBezTo>
                    <a:pt x="5738" y="1158"/>
                    <a:pt x="5140" y="564"/>
                    <a:pt x="4603" y="303"/>
                  </a:cubicBezTo>
                  <a:cubicBezTo>
                    <a:pt x="4170" y="101"/>
                    <a:pt x="3706" y="1"/>
                    <a:pt x="3239" y="1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Shape">
              <a:extLst>
                <a:ext uri="{FF2B5EF4-FFF2-40B4-BE49-F238E27FC236}">
                  <a16:creationId xmlns:a16="http://schemas.microsoft.com/office/drawing/2014/main" id="{C483926D-A7CD-76F1-15AF-188A9A985E02}"/>
                </a:ext>
              </a:extLst>
            </p:cNvPr>
            <p:cNvSpPr/>
            <p:nvPr/>
          </p:nvSpPr>
          <p:spPr>
            <a:xfrm>
              <a:off x="17879482" y="6156222"/>
              <a:ext cx="172283" cy="172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8" h="21398" extrusionOk="0">
                  <a:moveTo>
                    <a:pt x="3239" y="1"/>
                  </a:moveTo>
                  <a:cubicBezTo>
                    <a:pt x="2772" y="1"/>
                    <a:pt x="2301" y="101"/>
                    <a:pt x="1867" y="303"/>
                  </a:cubicBezTo>
                  <a:cubicBezTo>
                    <a:pt x="1525" y="463"/>
                    <a:pt x="1219" y="678"/>
                    <a:pt x="952" y="945"/>
                  </a:cubicBezTo>
                  <a:cubicBezTo>
                    <a:pt x="685" y="1212"/>
                    <a:pt x="463" y="1525"/>
                    <a:pt x="303" y="1867"/>
                  </a:cubicBezTo>
                  <a:cubicBezTo>
                    <a:pt x="-101" y="2734"/>
                    <a:pt x="-101" y="3736"/>
                    <a:pt x="303" y="4603"/>
                  </a:cubicBezTo>
                  <a:cubicBezTo>
                    <a:pt x="564" y="5140"/>
                    <a:pt x="1165" y="5738"/>
                    <a:pt x="2162" y="6735"/>
                  </a:cubicBezTo>
                  <a:lnTo>
                    <a:pt x="6123" y="10695"/>
                  </a:lnTo>
                  <a:lnTo>
                    <a:pt x="2162" y="14663"/>
                  </a:lnTo>
                  <a:cubicBezTo>
                    <a:pt x="1166" y="15660"/>
                    <a:pt x="564" y="16258"/>
                    <a:pt x="303" y="16795"/>
                  </a:cubicBezTo>
                  <a:cubicBezTo>
                    <a:pt x="-101" y="17662"/>
                    <a:pt x="-101" y="18656"/>
                    <a:pt x="303" y="19524"/>
                  </a:cubicBezTo>
                  <a:cubicBezTo>
                    <a:pt x="463" y="19866"/>
                    <a:pt x="685" y="20179"/>
                    <a:pt x="952" y="20446"/>
                  </a:cubicBezTo>
                  <a:cubicBezTo>
                    <a:pt x="1219" y="20713"/>
                    <a:pt x="1525" y="20935"/>
                    <a:pt x="1867" y="21095"/>
                  </a:cubicBezTo>
                  <a:cubicBezTo>
                    <a:pt x="2734" y="21499"/>
                    <a:pt x="3736" y="21499"/>
                    <a:pt x="4603" y="21095"/>
                  </a:cubicBezTo>
                  <a:cubicBezTo>
                    <a:pt x="5140" y="20834"/>
                    <a:pt x="5738" y="20233"/>
                    <a:pt x="6735" y="19236"/>
                  </a:cubicBezTo>
                  <a:lnTo>
                    <a:pt x="10703" y="15275"/>
                  </a:lnTo>
                  <a:lnTo>
                    <a:pt x="14663" y="19236"/>
                  </a:lnTo>
                  <a:cubicBezTo>
                    <a:pt x="15660" y="20233"/>
                    <a:pt x="16258" y="20834"/>
                    <a:pt x="16795" y="21095"/>
                  </a:cubicBezTo>
                  <a:cubicBezTo>
                    <a:pt x="17662" y="21499"/>
                    <a:pt x="18664" y="21499"/>
                    <a:pt x="19531" y="21095"/>
                  </a:cubicBezTo>
                  <a:cubicBezTo>
                    <a:pt x="19873" y="20935"/>
                    <a:pt x="20186" y="20713"/>
                    <a:pt x="20453" y="20446"/>
                  </a:cubicBezTo>
                  <a:cubicBezTo>
                    <a:pt x="20720" y="20179"/>
                    <a:pt x="20935" y="19866"/>
                    <a:pt x="21095" y="19524"/>
                  </a:cubicBezTo>
                  <a:cubicBezTo>
                    <a:pt x="21499" y="18656"/>
                    <a:pt x="21499" y="17662"/>
                    <a:pt x="21095" y="16795"/>
                  </a:cubicBezTo>
                  <a:cubicBezTo>
                    <a:pt x="20834" y="16258"/>
                    <a:pt x="20240" y="15660"/>
                    <a:pt x="19243" y="14663"/>
                  </a:cubicBezTo>
                  <a:lnTo>
                    <a:pt x="15275" y="10695"/>
                  </a:lnTo>
                  <a:lnTo>
                    <a:pt x="19243" y="6735"/>
                  </a:lnTo>
                  <a:cubicBezTo>
                    <a:pt x="20240" y="5738"/>
                    <a:pt x="20834" y="5140"/>
                    <a:pt x="21095" y="4603"/>
                  </a:cubicBezTo>
                  <a:cubicBezTo>
                    <a:pt x="21499" y="3736"/>
                    <a:pt x="21499" y="2734"/>
                    <a:pt x="21095" y="1867"/>
                  </a:cubicBezTo>
                  <a:cubicBezTo>
                    <a:pt x="20935" y="1525"/>
                    <a:pt x="20720" y="1212"/>
                    <a:pt x="20453" y="945"/>
                  </a:cubicBezTo>
                  <a:cubicBezTo>
                    <a:pt x="20186" y="678"/>
                    <a:pt x="19873" y="463"/>
                    <a:pt x="19531" y="303"/>
                  </a:cubicBezTo>
                  <a:cubicBezTo>
                    <a:pt x="18664" y="-101"/>
                    <a:pt x="17662" y="-101"/>
                    <a:pt x="16795" y="303"/>
                  </a:cubicBezTo>
                  <a:cubicBezTo>
                    <a:pt x="16258" y="564"/>
                    <a:pt x="15660" y="1158"/>
                    <a:pt x="14663" y="2155"/>
                  </a:cubicBezTo>
                  <a:lnTo>
                    <a:pt x="10703" y="6123"/>
                  </a:lnTo>
                  <a:lnTo>
                    <a:pt x="6735" y="2155"/>
                  </a:lnTo>
                  <a:cubicBezTo>
                    <a:pt x="5738" y="1158"/>
                    <a:pt x="5140" y="564"/>
                    <a:pt x="4603" y="303"/>
                  </a:cubicBezTo>
                  <a:cubicBezTo>
                    <a:pt x="4170" y="101"/>
                    <a:pt x="3706" y="1"/>
                    <a:pt x="3239" y="1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Shape">
              <a:extLst>
                <a:ext uri="{FF2B5EF4-FFF2-40B4-BE49-F238E27FC236}">
                  <a16:creationId xmlns:a16="http://schemas.microsoft.com/office/drawing/2014/main" id="{1827B5AE-F2E4-E1AE-F298-6A8EF36AB0EE}"/>
                </a:ext>
              </a:extLst>
            </p:cNvPr>
            <p:cNvSpPr/>
            <p:nvPr/>
          </p:nvSpPr>
          <p:spPr>
            <a:xfrm>
              <a:off x="17879482" y="7401187"/>
              <a:ext cx="172283" cy="172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8" h="21398" extrusionOk="0">
                  <a:moveTo>
                    <a:pt x="3239" y="1"/>
                  </a:moveTo>
                  <a:cubicBezTo>
                    <a:pt x="2772" y="1"/>
                    <a:pt x="2301" y="101"/>
                    <a:pt x="1867" y="303"/>
                  </a:cubicBezTo>
                  <a:cubicBezTo>
                    <a:pt x="1525" y="463"/>
                    <a:pt x="1219" y="678"/>
                    <a:pt x="952" y="945"/>
                  </a:cubicBezTo>
                  <a:cubicBezTo>
                    <a:pt x="685" y="1212"/>
                    <a:pt x="463" y="1525"/>
                    <a:pt x="303" y="1867"/>
                  </a:cubicBezTo>
                  <a:cubicBezTo>
                    <a:pt x="-101" y="2734"/>
                    <a:pt x="-101" y="3736"/>
                    <a:pt x="303" y="4603"/>
                  </a:cubicBezTo>
                  <a:cubicBezTo>
                    <a:pt x="564" y="5140"/>
                    <a:pt x="1165" y="5738"/>
                    <a:pt x="2162" y="6735"/>
                  </a:cubicBezTo>
                  <a:lnTo>
                    <a:pt x="6123" y="10695"/>
                  </a:lnTo>
                  <a:lnTo>
                    <a:pt x="2162" y="14663"/>
                  </a:lnTo>
                  <a:cubicBezTo>
                    <a:pt x="1166" y="15660"/>
                    <a:pt x="564" y="16258"/>
                    <a:pt x="303" y="16795"/>
                  </a:cubicBezTo>
                  <a:cubicBezTo>
                    <a:pt x="-101" y="17662"/>
                    <a:pt x="-101" y="18656"/>
                    <a:pt x="303" y="19524"/>
                  </a:cubicBezTo>
                  <a:cubicBezTo>
                    <a:pt x="463" y="19866"/>
                    <a:pt x="685" y="20179"/>
                    <a:pt x="952" y="20446"/>
                  </a:cubicBezTo>
                  <a:cubicBezTo>
                    <a:pt x="1219" y="20713"/>
                    <a:pt x="1525" y="20935"/>
                    <a:pt x="1867" y="21095"/>
                  </a:cubicBezTo>
                  <a:cubicBezTo>
                    <a:pt x="2734" y="21499"/>
                    <a:pt x="3736" y="21499"/>
                    <a:pt x="4603" y="21095"/>
                  </a:cubicBezTo>
                  <a:cubicBezTo>
                    <a:pt x="5140" y="20834"/>
                    <a:pt x="5738" y="20233"/>
                    <a:pt x="6735" y="19236"/>
                  </a:cubicBezTo>
                  <a:lnTo>
                    <a:pt x="10703" y="15275"/>
                  </a:lnTo>
                  <a:lnTo>
                    <a:pt x="14663" y="19236"/>
                  </a:lnTo>
                  <a:cubicBezTo>
                    <a:pt x="15660" y="20233"/>
                    <a:pt x="16258" y="20834"/>
                    <a:pt x="16795" y="21095"/>
                  </a:cubicBezTo>
                  <a:cubicBezTo>
                    <a:pt x="17662" y="21499"/>
                    <a:pt x="18664" y="21499"/>
                    <a:pt x="19531" y="21095"/>
                  </a:cubicBezTo>
                  <a:cubicBezTo>
                    <a:pt x="19873" y="20935"/>
                    <a:pt x="20186" y="20713"/>
                    <a:pt x="20453" y="20446"/>
                  </a:cubicBezTo>
                  <a:cubicBezTo>
                    <a:pt x="20720" y="20179"/>
                    <a:pt x="20935" y="19866"/>
                    <a:pt x="21095" y="19524"/>
                  </a:cubicBezTo>
                  <a:cubicBezTo>
                    <a:pt x="21499" y="18656"/>
                    <a:pt x="21499" y="17662"/>
                    <a:pt x="21095" y="16795"/>
                  </a:cubicBezTo>
                  <a:cubicBezTo>
                    <a:pt x="20834" y="16258"/>
                    <a:pt x="20240" y="15660"/>
                    <a:pt x="19243" y="14663"/>
                  </a:cubicBezTo>
                  <a:lnTo>
                    <a:pt x="15275" y="10695"/>
                  </a:lnTo>
                  <a:lnTo>
                    <a:pt x="19243" y="6735"/>
                  </a:lnTo>
                  <a:cubicBezTo>
                    <a:pt x="20240" y="5738"/>
                    <a:pt x="20834" y="5140"/>
                    <a:pt x="21095" y="4603"/>
                  </a:cubicBezTo>
                  <a:cubicBezTo>
                    <a:pt x="21499" y="3736"/>
                    <a:pt x="21499" y="2734"/>
                    <a:pt x="21095" y="1867"/>
                  </a:cubicBezTo>
                  <a:cubicBezTo>
                    <a:pt x="20935" y="1525"/>
                    <a:pt x="20720" y="1212"/>
                    <a:pt x="20453" y="945"/>
                  </a:cubicBezTo>
                  <a:cubicBezTo>
                    <a:pt x="20186" y="678"/>
                    <a:pt x="19873" y="463"/>
                    <a:pt x="19531" y="303"/>
                  </a:cubicBezTo>
                  <a:cubicBezTo>
                    <a:pt x="18664" y="-101"/>
                    <a:pt x="17662" y="-101"/>
                    <a:pt x="16795" y="303"/>
                  </a:cubicBezTo>
                  <a:cubicBezTo>
                    <a:pt x="16258" y="564"/>
                    <a:pt x="15660" y="1158"/>
                    <a:pt x="14663" y="2155"/>
                  </a:cubicBezTo>
                  <a:lnTo>
                    <a:pt x="10703" y="6123"/>
                  </a:lnTo>
                  <a:lnTo>
                    <a:pt x="6735" y="2155"/>
                  </a:lnTo>
                  <a:cubicBezTo>
                    <a:pt x="5738" y="1158"/>
                    <a:pt x="5140" y="564"/>
                    <a:pt x="4603" y="303"/>
                  </a:cubicBezTo>
                  <a:cubicBezTo>
                    <a:pt x="4170" y="101"/>
                    <a:pt x="3706" y="1"/>
                    <a:pt x="3239" y="1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Shape">
              <a:extLst>
                <a:ext uri="{FF2B5EF4-FFF2-40B4-BE49-F238E27FC236}">
                  <a16:creationId xmlns:a16="http://schemas.microsoft.com/office/drawing/2014/main" id="{E26866C6-15F9-ED8D-E3D1-07A960653D07}"/>
                </a:ext>
              </a:extLst>
            </p:cNvPr>
            <p:cNvSpPr/>
            <p:nvPr/>
          </p:nvSpPr>
          <p:spPr>
            <a:xfrm>
              <a:off x="17879482" y="8646152"/>
              <a:ext cx="172283" cy="172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8" h="21398" extrusionOk="0">
                  <a:moveTo>
                    <a:pt x="3239" y="1"/>
                  </a:moveTo>
                  <a:cubicBezTo>
                    <a:pt x="2772" y="1"/>
                    <a:pt x="2301" y="101"/>
                    <a:pt x="1867" y="303"/>
                  </a:cubicBezTo>
                  <a:cubicBezTo>
                    <a:pt x="1525" y="463"/>
                    <a:pt x="1219" y="678"/>
                    <a:pt x="952" y="945"/>
                  </a:cubicBezTo>
                  <a:cubicBezTo>
                    <a:pt x="685" y="1212"/>
                    <a:pt x="463" y="1525"/>
                    <a:pt x="303" y="1867"/>
                  </a:cubicBezTo>
                  <a:cubicBezTo>
                    <a:pt x="-101" y="2734"/>
                    <a:pt x="-101" y="3736"/>
                    <a:pt x="303" y="4603"/>
                  </a:cubicBezTo>
                  <a:cubicBezTo>
                    <a:pt x="564" y="5140"/>
                    <a:pt x="1165" y="5738"/>
                    <a:pt x="2162" y="6735"/>
                  </a:cubicBezTo>
                  <a:lnTo>
                    <a:pt x="6123" y="10695"/>
                  </a:lnTo>
                  <a:lnTo>
                    <a:pt x="2162" y="14663"/>
                  </a:lnTo>
                  <a:cubicBezTo>
                    <a:pt x="1166" y="15660"/>
                    <a:pt x="564" y="16258"/>
                    <a:pt x="303" y="16795"/>
                  </a:cubicBezTo>
                  <a:cubicBezTo>
                    <a:pt x="-101" y="17662"/>
                    <a:pt x="-101" y="18656"/>
                    <a:pt x="303" y="19524"/>
                  </a:cubicBezTo>
                  <a:cubicBezTo>
                    <a:pt x="463" y="19866"/>
                    <a:pt x="685" y="20179"/>
                    <a:pt x="952" y="20446"/>
                  </a:cubicBezTo>
                  <a:cubicBezTo>
                    <a:pt x="1219" y="20713"/>
                    <a:pt x="1525" y="20935"/>
                    <a:pt x="1867" y="21095"/>
                  </a:cubicBezTo>
                  <a:cubicBezTo>
                    <a:pt x="2734" y="21499"/>
                    <a:pt x="3736" y="21499"/>
                    <a:pt x="4603" y="21095"/>
                  </a:cubicBezTo>
                  <a:cubicBezTo>
                    <a:pt x="5140" y="20834"/>
                    <a:pt x="5738" y="20233"/>
                    <a:pt x="6735" y="19236"/>
                  </a:cubicBezTo>
                  <a:lnTo>
                    <a:pt x="10703" y="15275"/>
                  </a:lnTo>
                  <a:lnTo>
                    <a:pt x="14663" y="19236"/>
                  </a:lnTo>
                  <a:cubicBezTo>
                    <a:pt x="15660" y="20233"/>
                    <a:pt x="16258" y="20834"/>
                    <a:pt x="16795" y="21095"/>
                  </a:cubicBezTo>
                  <a:cubicBezTo>
                    <a:pt x="17662" y="21499"/>
                    <a:pt x="18664" y="21499"/>
                    <a:pt x="19531" y="21095"/>
                  </a:cubicBezTo>
                  <a:cubicBezTo>
                    <a:pt x="19873" y="20935"/>
                    <a:pt x="20186" y="20713"/>
                    <a:pt x="20453" y="20446"/>
                  </a:cubicBezTo>
                  <a:cubicBezTo>
                    <a:pt x="20720" y="20179"/>
                    <a:pt x="20935" y="19866"/>
                    <a:pt x="21095" y="19524"/>
                  </a:cubicBezTo>
                  <a:cubicBezTo>
                    <a:pt x="21499" y="18656"/>
                    <a:pt x="21499" y="17662"/>
                    <a:pt x="21095" y="16795"/>
                  </a:cubicBezTo>
                  <a:cubicBezTo>
                    <a:pt x="20834" y="16258"/>
                    <a:pt x="20240" y="15660"/>
                    <a:pt x="19243" y="14663"/>
                  </a:cubicBezTo>
                  <a:lnTo>
                    <a:pt x="15275" y="10695"/>
                  </a:lnTo>
                  <a:lnTo>
                    <a:pt x="19243" y="6735"/>
                  </a:lnTo>
                  <a:cubicBezTo>
                    <a:pt x="20240" y="5738"/>
                    <a:pt x="20834" y="5140"/>
                    <a:pt x="21095" y="4603"/>
                  </a:cubicBezTo>
                  <a:cubicBezTo>
                    <a:pt x="21499" y="3736"/>
                    <a:pt x="21499" y="2734"/>
                    <a:pt x="21095" y="1867"/>
                  </a:cubicBezTo>
                  <a:cubicBezTo>
                    <a:pt x="20935" y="1525"/>
                    <a:pt x="20720" y="1212"/>
                    <a:pt x="20453" y="945"/>
                  </a:cubicBezTo>
                  <a:cubicBezTo>
                    <a:pt x="20186" y="678"/>
                    <a:pt x="19873" y="463"/>
                    <a:pt x="19531" y="303"/>
                  </a:cubicBezTo>
                  <a:cubicBezTo>
                    <a:pt x="18664" y="-101"/>
                    <a:pt x="17662" y="-101"/>
                    <a:pt x="16795" y="303"/>
                  </a:cubicBezTo>
                  <a:cubicBezTo>
                    <a:pt x="16258" y="564"/>
                    <a:pt x="15660" y="1158"/>
                    <a:pt x="14663" y="2155"/>
                  </a:cubicBezTo>
                  <a:lnTo>
                    <a:pt x="10703" y="6123"/>
                  </a:lnTo>
                  <a:lnTo>
                    <a:pt x="6735" y="2155"/>
                  </a:lnTo>
                  <a:cubicBezTo>
                    <a:pt x="5738" y="1158"/>
                    <a:pt x="5140" y="564"/>
                    <a:pt x="4603" y="303"/>
                  </a:cubicBezTo>
                  <a:cubicBezTo>
                    <a:pt x="4170" y="101"/>
                    <a:pt x="3706" y="1"/>
                    <a:pt x="3239" y="1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4" name="Placeholder Demo Text">
            <a:extLst>
              <a:ext uri="{FF2B5EF4-FFF2-40B4-BE49-F238E27FC236}">
                <a16:creationId xmlns:a16="http://schemas.microsoft.com/office/drawing/2014/main" id="{FB457084-2856-9453-5DD9-C7C1A16E2756}"/>
              </a:ext>
            </a:extLst>
          </p:cNvPr>
          <p:cNvSpPr txBox="1"/>
          <p:nvPr/>
        </p:nvSpPr>
        <p:spPr>
          <a:xfrm>
            <a:off x="25855073" y="3609166"/>
            <a:ext cx="6884679" cy="1277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noAutofit/>
          </a:bodyPr>
          <a:lstStyle>
            <a:lvl1pPr algn="l">
              <a:defRPr sz="80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ru-RU" sz="3600" b="1" dirty="0">
                <a:solidFill>
                  <a:srgbClr val="171F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Существующие приложения:</a:t>
            </a:r>
          </a:p>
        </p:txBody>
      </p:sp>
    </p:spTree>
    <p:extLst>
      <p:ext uri="{BB962C8B-B14F-4D97-AF65-F5344CB8AC3E}">
        <p14:creationId xmlns:p14="http://schemas.microsoft.com/office/powerpoint/2010/main" val="273058718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6F0C85A-0413-914B-81AC-8AB5D7FCF4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75998" y="3148393"/>
            <a:ext cx="7689600" cy="7689600"/>
          </a:xfrm>
          <a:prstGeom prst="ellipse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89" name="Circle"/>
          <p:cNvSpPr/>
          <p:nvPr/>
        </p:nvSpPr>
        <p:spPr>
          <a:xfrm>
            <a:off x="9573563" y="4646226"/>
            <a:ext cx="4694469" cy="4694469"/>
          </a:xfrm>
          <a:prstGeom prst="ellipse">
            <a:avLst/>
          </a:prstGeom>
          <a:solidFill>
            <a:schemeClr val="bg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ADA90B8-704C-5C4A-9517-34378E2FB4C8}"/>
              </a:ext>
            </a:extLst>
          </p:cNvPr>
          <p:cNvGrpSpPr/>
          <p:nvPr/>
        </p:nvGrpSpPr>
        <p:grpSpPr>
          <a:xfrm>
            <a:off x="13584768" y="5717609"/>
            <a:ext cx="2565401" cy="2565400"/>
            <a:chOff x="14262100" y="5582146"/>
            <a:chExt cx="2565400" cy="2565401"/>
          </a:xfrm>
        </p:grpSpPr>
        <p:sp>
          <p:nvSpPr>
            <p:cNvPr id="191" name="Circle"/>
            <p:cNvSpPr/>
            <p:nvPr/>
          </p:nvSpPr>
          <p:spPr>
            <a:xfrm>
              <a:off x="14262100" y="5582146"/>
              <a:ext cx="2565400" cy="2565401"/>
            </a:xfrm>
            <a:prstGeom prst="ellipse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dirty="0"/>
            </a:p>
          </p:txBody>
        </p:sp>
        <p:sp>
          <p:nvSpPr>
            <p:cNvPr id="193" name="Shape"/>
            <p:cNvSpPr/>
            <p:nvPr/>
          </p:nvSpPr>
          <p:spPr>
            <a:xfrm>
              <a:off x="14871695" y="6191741"/>
              <a:ext cx="1346209" cy="13462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8" h="21398" extrusionOk="0">
                  <a:moveTo>
                    <a:pt x="3239" y="1"/>
                  </a:moveTo>
                  <a:cubicBezTo>
                    <a:pt x="2772" y="1"/>
                    <a:pt x="2301" y="101"/>
                    <a:pt x="1867" y="303"/>
                  </a:cubicBezTo>
                  <a:cubicBezTo>
                    <a:pt x="1525" y="463"/>
                    <a:pt x="1219" y="678"/>
                    <a:pt x="952" y="945"/>
                  </a:cubicBezTo>
                  <a:cubicBezTo>
                    <a:pt x="685" y="1212"/>
                    <a:pt x="463" y="1525"/>
                    <a:pt x="303" y="1867"/>
                  </a:cubicBezTo>
                  <a:cubicBezTo>
                    <a:pt x="-101" y="2734"/>
                    <a:pt x="-101" y="3736"/>
                    <a:pt x="303" y="4603"/>
                  </a:cubicBezTo>
                  <a:cubicBezTo>
                    <a:pt x="564" y="5140"/>
                    <a:pt x="1165" y="5738"/>
                    <a:pt x="2162" y="6735"/>
                  </a:cubicBezTo>
                  <a:lnTo>
                    <a:pt x="6123" y="10695"/>
                  </a:lnTo>
                  <a:lnTo>
                    <a:pt x="2162" y="14663"/>
                  </a:lnTo>
                  <a:cubicBezTo>
                    <a:pt x="1166" y="15660"/>
                    <a:pt x="564" y="16258"/>
                    <a:pt x="303" y="16795"/>
                  </a:cubicBezTo>
                  <a:cubicBezTo>
                    <a:pt x="-101" y="17662"/>
                    <a:pt x="-101" y="18656"/>
                    <a:pt x="303" y="19524"/>
                  </a:cubicBezTo>
                  <a:cubicBezTo>
                    <a:pt x="463" y="19866"/>
                    <a:pt x="685" y="20179"/>
                    <a:pt x="952" y="20446"/>
                  </a:cubicBezTo>
                  <a:cubicBezTo>
                    <a:pt x="1219" y="20713"/>
                    <a:pt x="1525" y="20935"/>
                    <a:pt x="1867" y="21095"/>
                  </a:cubicBezTo>
                  <a:cubicBezTo>
                    <a:pt x="2734" y="21499"/>
                    <a:pt x="3736" y="21499"/>
                    <a:pt x="4603" y="21095"/>
                  </a:cubicBezTo>
                  <a:cubicBezTo>
                    <a:pt x="5140" y="20834"/>
                    <a:pt x="5738" y="20233"/>
                    <a:pt x="6735" y="19236"/>
                  </a:cubicBezTo>
                  <a:lnTo>
                    <a:pt x="10703" y="15275"/>
                  </a:lnTo>
                  <a:lnTo>
                    <a:pt x="14663" y="19236"/>
                  </a:lnTo>
                  <a:cubicBezTo>
                    <a:pt x="15660" y="20233"/>
                    <a:pt x="16258" y="20834"/>
                    <a:pt x="16795" y="21095"/>
                  </a:cubicBezTo>
                  <a:cubicBezTo>
                    <a:pt x="17662" y="21499"/>
                    <a:pt x="18664" y="21499"/>
                    <a:pt x="19531" y="21095"/>
                  </a:cubicBezTo>
                  <a:cubicBezTo>
                    <a:pt x="19873" y="20935"/>
                    <a:pt x="20186" y="20713"/>
                    <a:pt x="20453" y="20446"/>
                  </a:cubicBezTo>
                  <a:cubicBezTo>
                    <a:pt x="20720" y="20179"/>
                    <a:pt x="20935" y="19866"/>
                    <a:pt x="21095" y="19524"/>
                  </a:cubicBezTo>
                  <a:cubicBezTo>
                    <a:pt x="21499" y="18656"/>
                    <a:pt x="21499" y="17662"/>
                    <a:pt x="21095" y="16795"/>
                  </a:cubicBezTo>
                  <a:cubicBezTo>
                    <a:pt x="20834" y="16258"/>
                    <a:pt x="20240" y="15660"/>
                    <a:pt x="19243" y="14663"/>
                  </a:cubicBezTo>
                  <a:lnTo>
                    <a:pt x="15275" y="10695"/>
                  </a:lnTo>
                  <a:lnTo>
                    <a:pt x="19243" y="6735"/>
                  </a:lnTo>
                  <a:cubicBezTo>
                    <a:pt x="20240" y="5738"/>
                    <a:pt x="20834" y="5140"/>
                    <a:pt x="21095" y="4603"/>
                  </a:cubicBezTo>
                  <a:cubicBezTo>
                    <a:pt x="21499" y="3736"/>
                    <a:pt x="21499" y="2734"/>
                    <a:pt x="21095" y="1867"/>
                  </a:cubicBezTo>
                  <a:cubicBezTo>
                    <a:pt x="20935" y="1525"/>
                    <a:pt x="20720" y="1212"/>
                    <a:pt x="20453" y="945"/>
                  </a:cubicBezTo>
                  <a:cubicBezTo>
                    <a:pt x="20186" y="678"/>
                    <a:pt x="19873" y="463"/>
                    <a:pt x="19531" y="303"/>
                  </a:cubicBezTo>
                  <a:cubicBezTo>
                    <a:pt x="18664" y="-101"/>
                    <a:pt x="17662" y="-101"/>
                    <a:pt x="16795" y="303"/>
                  </a:cubicBezTo>
                  <a:cubicBezTo>
                    <a:pt x="16258" y="564"/>
                    <a:pt x="15660" y="1158"/>
                    <a:pt x="14663" y="2155"/>
                  </a:cubicBezTo>
                  <a:lnTo>
                    <a:pt x="10703" y="6123"/>
                  </a:lnTo>
                  <a:lnTo>
                    <a:pt x="6735" y="2155"/>
                  </a:lnTo>
                  <a:cubicBezTo>
                    <a:pt x="5738" y="1158"/>
                    <a:pt x="5140" y="564"/>
                    <a:pt x="4603" y="303"/>
                  </a:cubicBezTo>
                  <a:cubicBezTo>
                    <a:pt x="4170" y="101"/>
                    <a:pt x="3706" y="1"/>
                    <a:pt x="3239" y="1"/>
                  </a:cubicBezTo>
                  <a:close/>
                </a:path>
              </a:pathLst>
            </a:custGeom>
            <a:solidFill>
              <a:schemeClr val="accent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dirty="0"/>
            </a:p>
          </p:txBody>
        </p:sp>
        <p:sp>
          <p:nvSpPr>
            <p:cNvPr id="194" name="No"/>
            <p:cNvSpPr txBox="1"/>
            <p:nvPr/>
          </p:nvSpPr>
          <p:spPr>
            <a:xfrm>
              <a:off x="14535193" y="6426695"/>
              <a:ext cx="2019212" cy="87235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>
                <a:defRPr sz="5000" b="0">
                  <a:solidFill>
                    <a:srgbClr val="F0F0F0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dirty="0"/>
                <a:t>Нет</a:t>
              </a:r>
              <a:endParaRPr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E0ADB32-7854-114F-B475-622B1BD9C441}"/>
              </a:ext>
            </a:extLst>
          </p:cNvPr>
          <p:cNvGrpSpPr/>
          <p:nvPr/>
        </p:nvGrpSpPr>
        <p:grpSpPr>
          <a:xfrm>
            <a:off x="7573432" y="5717609"/>
            <a:ext cx="2565401" cy="2565400"/>
            <a:chOff x="7573433" y="5582146"/>
            <a:chExt cx="2565401" cy="2565401"/>
          </a:xfrm>
          <a:solidFill>
            <a:schemeClr val="accent2"/>
          </a:solidFill>
        </p:grpSpPr>
        <p:sp>
          <p:nvSpPr>
            <p:cNvPr id="190" name="Circle"/>
            <p:cNvSpPr/>
            <p:nvPr/>
          </p:nvSpPr>
          <p:spPr>
            <a:xfrm>
              <a:off x="7573433" y="5582146"/>
              <a:ext cx="2565401" cy="2565401"/>
            </a:xfrm>
            <a:prstGeom prst="ellipse">
              <a:avLst/>
            </a:prstGeom>
            <a:grpFill/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92" name="Graphic 48"/>
            <p:cNvSpPr/>
            <p:nvPr/>
          </p:nvSpPr>
          <p:spPr>
            <a:xfrm>
              <a:off x="7846528" y="6191741"/>
              <a:ext cx="2019211" cy="13462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6" h="20985" extrusionOk="0">
                  <a:moveTo>
                    <a:pt x="10679" y="20063"/>
                  </a:moveTo>
                  <a:lnTo>
                    <a:pt x="20565" y="5375"/>
                  </a:lnTo>
                  <a:cubicBezTo>
                    <a:pt x="21393" y="4146"/>
                    <a:pt x="21393" y="2152"/>
                    <a:pt x="20565" y="923"/>
                  </a:cubicBezTo>
                  <a:cubicBezTo>
                    <a:pt x="19738" y="-307"/>
                    <a:pt x="18396" y="-307"/>
                    <a:pt x="17568" y="923"/>
                  </a:cubicBezTo>
                  <a:lnTo>
                    <a:pt x="9181" y="13386"/>
                  </a:lnTo>
                  <a:lnTo>
                    <a:pt x="3618" y="5119"/>
                  </a:lnTo>
                  <a:cubicBezTo>
                    <a:pt x="2790" y="3889"/>
                    <a:pt x="1448" y="3889"/>
                    <a:pt x="621" y="5119"/>
                  </a:cubicBezTo>
                  <a:cubicBezTo>
                    <a:pt x="-207" y="6349"/>
                    <a:pt x="-207" y="8342"/>
                    <a:pt x="621" y="9572"/>
                  </a:cubicBezTo>
                  <a:lnTo>
                    <a:pt x="7682" y="20063"/>
                  </a:lnTo>
                  <a:cubicBezTo>
                    <a:pt x="8509" y="21292"/>
                    <a:pt x="9851" y="21293"/>
                    <a:pt x="10678" y="20064"/>
                  </a:cubicBezTo>
                  <a:lnTo>
                    <a:pt x="10679" y="20063"/>
                  </a:ln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45718" rIns="45718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95" name="Yes"/>
            <p:cNvSpPr txBox="1"/>
            <p:nvPr/>
          </p:nvSpPr>
          <p:spPr>
            <a:xfrm>
              <a:off x="7846528" y="6426695"/>
              <a:ext cx="2019210" cy="872357"/>
            </a:xfrm>
            <a:prstGeom prst="rect">
              <a:avLst/>
            </a:prstGeom>
            <a:grpFill/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>
                <a:defRPr sz="50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5002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Да</a:t>
              </a:r>
              <a:endParaRPr sz="5002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7BF2F07-C805-B841-AFBC-6ED6ECB11A08}"/>
              </a:ext>
            </a:extLst>
          </p:cNvPr>
          <p:cNvGrpSpPr/>
          <p:nvPr/>
        </p:nvGrpSpPr>
        <p:grpSpPr>
          <a:xfrm>
            <a:off x="1144249" y="4717478"/>
            <a:ext cx="5492854" cy="4612956"/>
            <a:chOff x="1432112" y="4582017"/>
            <a:chExt cx="5492853" cy="4612955"/>
          </a:xfrm>
        </p:grpSpPr>
        <p:sp>
          <p:nvSpPr>
            <p:cNvPr id="197" name="Lorem ipsum dolor sit amet, consectetur adipiscing elit, sed do"/>
            <p:cNvSpPr txBox="1"/>
            <p:nvPr/>
          </p:nvSpPr>
          <p:spPr>
            <a:xfrm>
              <a:off x="1496060" y="4582017"/>
              <a:ext cx="4478106" cy="87806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r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Комбинацию погоды и трекинга настроения</a:t>
              </a:r>
            </a:p>
          </p:txBody>
        </p:sp>
        <p:sp>
          <p:nvSpPr>
            <p:cNvPr id="198" name="Circle"/>
            <p:cNvSpPr/>
            <p:nvPr/>
          </p:nvSpPr>
          <p:spPr>
            <a:xfrm>
              <a:off x="6364078" y="4710110"/>
              <a:ext cx="560887" cy="560888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Graphic 48"/>
            <p:cNvSpPr/>
            <p:nvPr/>
          </p:nvSpPr>
          <p:spPr>
            <a:xfrm>
              <a:off x="6529931" y="4905690"/>
              <a:ext cx="254578" cy="169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6" h="20985" extrusionOk="0">
                  <a:moveTo>
                    <a:pt x="10679" y="20063"/>
                  </a:moveTo>
                  <a:lnTo>
                    <a:pt x="20565" y="5375"/>
                  </a:lnTo>
                  <a:cubicBezTo>
                    <a:pt x="21393" y="4146"/>
                    <a:pt x="21393" y="2152"/>
                    <a:pt x="20565" y="923"/>
                  </a:cubicBezTo>
                  <a:cubicBezTo>
                    <a:pt x="19738" y="-307"/>
                    <a:pt x="18396" y="-307"/>
                    <a:pt x="17568" y="923"/>
                  </a:cubicBezTo>
                  <a:lnTo>
                    <a:pt x="9181" y="13386"/>
                  </a:lnTo>
                  <a:lnTo>
                    <a:pt x="3618" y="5119"/>
                  </a:lnTo>
                  <a:cubicBezTo>
                    <a:pt x="2790" y="3889"/>
                    <a:pt x="1448" y="3889"/>
                    <a:pt x="621" y="5119"/>
                  </a:cubicBezTo>
                  <a:cubicBezTo>
                    <a:pt x="-207" y="6349"/>
                    <a:pt x="-207" y="8342"/>
                    <a:pt x="621" y="9572"/>
                  </a:cubicBezTo>
                  <a:lnTo>
                    <a:pt x="7682" y="20063"/>
                  </a:lnTo>
                  <a:cubicBezTo>
                    <a:pt x="8509" y="21292"/>
                    <a:pt x="9851" y="21293"/>
                    <a:pt x="10678" y="20064"/>
                  </a:cubicBezTo>
                  <a:lnTo>
                    <a:pt x="10679" y="2006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Nunc non blandit massa enim nec senectus et. Viverra maecenas"/>
            <p:cNvSpPr txBox="1"/>
            <p:nvPr/>
          </p:nvSpPr>
          <p:spPr>
            <a:xfrm>
              <a:off x="1432112" y="5826982"/>
              <a:ext cx="4542054" cy="87806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r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Аналитику связи между погодой и эмоциями</a:t>
              </a:r>
            </a:p>
          </p:txBody>
        </p:sp>
        <p:sp>
          <p:nvSpPr>
            <p:cNvPr id="202" name="Circle"/>
            <p:cNvSpPr/>
            <p:nvPr/>
          </p:nvSpPr>
          <p:spPr>
            <a:xfrm>
              <a:off x="6364078" y="5955074"/>
              <a:ext cx="560887" cy="560888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Graphic 48"/>
            <p:cNvSpPr/>
            <p:nvPr/>
          </p:nvSpPr>
          <p:spPr>
            <a:xfrm>
              <a:off x="6529931" y="6150654"/>
              <a:ext cx="254578" cy="169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6" h="20985" extrusionOk="0">
                  <a:moveTo>
                    <a:pt x="10679" y="20063"/>
                  </a:moveTo>
                  <a:lnTo>
                    <a:pt x="20565" y="5375"/>
                  </a:lnTo>
                  <a:cubicBezTo>
                    <a:pt x="21393" y="4146"/>
                    <a:pt x="21393" y="2152"/>
                    <a:pt x="20565" y="923"/>
                  </a:cubicBezTo>
                  <a:cubicBezTo>
                    <a:pt x="19738" y="-307"/>
                    <a:pt x="18396" y="-307"/>
                    <a:pt x="17568" y="923"/>
                  </a:cubicBezTo>
                  <a:lnTo>
                    <a:pt x="9181" y="13386"/>
                  </a:lnTo>
                  <a:lnTo>
                    <a:pt x="3618" y="5119"/>
                  </a:lnTo>
                  <a:cubicBezTo>
                    <a:pt x="2790" y="3889"/>
                    <a:pt x="1448" y="3889"/>
                    <a:pt x="621" y="5119"/>
                  </a:cubicBezTo>
                  <a:cubicBezTo>
                    <a:pt x="-207" y="6349"/>
                    <a:pt x="-207" y="8342"/>
                    <a:pt x="621" y="9572"/>
                  </a:cubicBezTo>
                  <a:lnTo>
                    <a:pt x="7682" y="20063"/>
                  </a:lnTo>
                  <a:cubicBezTo>
                    <a:pt x="8509" y="21292"/>
                    <a:pt x="9851" y="21293"/>
                    <a:pt x="10678" y="20064"/>
                  </a:cubicBezTo>
                  <a:lnTo>
                    <a:pt x="10679" y="2006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5" name="Phasellus vestibulum lorem sed Fermentum leo vel orci porta non."/>
            <p:cNvSpPr txBox="1"/>
            <p:nvPr/>
          </p:nvSpPr>
          <p:spPr>
            <a:xfrm>
              <a:off x="1592745" y="7071947"/>
              <a:ext cx="4381422" cy="87806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r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Персональные советы по одежде и эко-советы</a:t>
              </a:r>
            </a:p>
          </p:txBody>
        </p:sp>
        <p:sp>
          <p:nvSpPr>
            <p:cNvPr id="206" name="Circle"/>
            <p:cNvSpPr/>
            <p:nvPr/>
          </p:nvSpPr>
          <p:spPr>
            <a:xfrm>
              <a:off x="6364078" y="7200039"/>
              <a:ext cx="560887" cy="560888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Graphic 48"/>
            <p:cNvSpPr/>
            <p:nvPr/>
          </p:nvSpPr>
          <p:spPr>
            <a:xfrm>
              <a:off x="6529931" y="7395619"/>
              <a:ext cx="254578" cy="169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6" h="20985" extrusionOk="0">
                  <a:moveTo>
                    <a:pt x="10679" y="20063"/>
                  </a:moveTo>
                  <a:lnTo>
                    <a:pt x="20565" y="5375"/>
                  </a:lnTo>
                  <a:cubicBezTo>
                    <a:pt x="21393" y="4146"/>
                    <a:pt x="21393" y="2152"/>
                    <a:pt x="20565" y="923"/>
                  </a:cubicBezTo>
                  <a:cubicBezTo>
                    <a:pt x="19738" y="-307"/>
                    <a:pt x="18396" y="-307"/>
                    <a:pt x="17568" y="923"/>
                  </a:cubicBezTo>
                  <a:lnTo>
                    <a:pt x="9181" y="13386"/>
                  </a:lnTo>
                  <a:lnTo>
                    <a:pt x="3618" y="5119"/>
                  </a:lnTo>
                  <a:cubicBezTo>
                    <a:pt x="2790" y="3889"/>
                    <a:pt x="1448" y="3889"/>
                    <a:pt x="621" y="5119"/>
                  </a:cubicBezTo>
                  <a:cubicBezTo>
                    <a:pt x="-207" y="6349"/>
                    <a:pt x="-207" y="8342"/>
                    <a:pt x="621" y="9572"/>
                  </a:cubicBezTo>
                  <a:lnTo>
                    <a:pt x="7682" y="20063"/>
                  </a:lnTo>
                  <a:cubicBezTo>
                    <a:pt x="8509" y="21292"/>
                    <a:pt x="9851" y="21293"/>
                    <a:pt x="10678" y="20064"/>
                  </a:cubicBezTo>
                  <a:lnTo>
                    <a:pt x="10679" y="2006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Lorem ipsum dolor sit amet, consectetur adipiscing elit, sed do"/>
            <p:cNvSpPr txBox="1"/>
            <p:nvPr/>
          </p:nvSpPr>
          <p:spPr>
            <a:xfrm>
              <a:off x="1496060" y="8316909"/>
              <a:ext cx="4478106" cy="87806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r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Уникальный опыт для пользователя</a:t>
              </a:r>
            </a:p>
          </p:txBody>
        </p:sp>
        <p:sp>
          <p:nvSpPr>
            <p:cNvPr id="210" name="Circle"/>
            <p:cNvSpPr/>
            <p:nvPr/>
          </p:nvSpPr>
          <p:spPr>
            <a:xfrm>
              <a:off x="6364078" y="8445003"/>
              <a:ext cx="560887" cy="560888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Graphic 48"/>
            <p:cNvSpPr/>
            <p:nvPr/>
          </p:nvSpPr>
          <p:spPr>
            <a:xfrm>
              <a:off x="6529931" y="8640583"/>
              <a:ext cx="254578" cy="169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6" h="20985" extrusionOk="0">
                  <a:moveTo>
                    <a:pt x="10679" y="20063"/>
                  </a:moveTo>
                  <a:lnTo>
                    <a:pt x="20565" y="5375"/>
                  </a:lnTo>
                  <a:cubicBezTo>
                    <a:pt x="21393" y="4146"/>
                    <a:pt x="21393" y="2152"/>
                    <a:pt x="20565" y="923"/>
                  </a:cubicBezTo>
                  <a:cubicBezTo>
                    <a:pt x="19738" y="-307"/>
                    <a:pt x="18396" y="-307"/>
                    <a:pt x="17568" y="923"/>
                  </a:cubicBezTo>
                  <a:lnTo>
                    <a:pt x="9181" y="13386"/>
                  </a:lnTo>
                  <a:lnTo>
                    <a:pt x="3618" y="5119"/>
                  </a:lnTo>
                  <a:cubicBezTo>
                    <a:pt x="2790" y="3889"/>
                    <a:pt x="1448" y="3889"/>
                    <a:pt x="621" y="5119"/>
                  </a:cubicBezTo>
                  <a:cubicBezTo>
                    <a:pt x="-207" y="6349"/>
                    <a:pt x="-207" y="8342"/>
                    <a:pt x="621" y="9572"/>
                  </a:cubicBezTo>
                  <a:lnTo>
                    <a:pt x="7682" y="20063"/>
                  </a:lnTo>
                  <a:cubicBezTo>
                    <a:pt x="8509" y="21292"/>
                    <a:pt x="9851" y="21293"/>
                    <a:pt x="10678" y="20064"/>
                  </a:cubicBezTo>
                  <a:lnTo>
                    <a:pt x="10679" y="2006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CBE07B0-38B6-FA4E-8EF3-E0F08B3D3986}"/>
              </a:ext>
            </a:extLst>
          </p:cNvPr>
          <p:cNvGrpSpPr/>
          <p:nvPr/>
        </p:nvGrpSpPr>
        <p:grpSpPr>
          <a:xfrm>
            <a:off x="17211048" y="4852419"/>
            <a:ext cx="5477159" cy="4295779"/>
            <a:chOff x="17685180" y="4716956"/>
            <a:chExt cx="5477160" cy="4295780"/>
          </a:xfrm>
        </p:grpSpPr>
        <p:sp>
          <p:nvSpPr>
            <p:cNvPr id="213" name="Lorem ipsum dolor sit amet, consectetur adipiscing elit, sed do"/>
            <p:cNvSpPr txBox="1"/>
            <p:nvPr/>
          </p:nvSpPr>
          <p:spPr>
            <a:xfrm>
              <a:off x="18611816" y="4748849"/>
              <a:ext cx="4478105" cy="47167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Показывают только погоду</a:t>
              </a:r>
            </a:p>
          </p:txBody>
        </p:sp>
        <p:sp>
          <p:nvSpPr>
            <p:cNvPr id="214" name="Circle"/>
            <p:cNvSpPr/>
            <p:nvPr/>
          </p:nvSpPr>
          <p:spPr>
            <a:xfrm>
              <a:off x="17685180" y="4716956"/>
              <a:ext cx="560887" cy="560887"/>
            </a:xfrm>
            <a:prstGeom prst="ellipse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5" name="Nunc non blandit massa enim nec senectus et. Viverra maecenas"/>
            <p:cNvSpPr txBox="1"/>
            <p:nvPr/>
          </p:nvSpPr>
          <p:spPr>
            <a:xfrm>
              <a:off x="18620284" y="5833828"/>
              <a:ext cx="4542056" cy="87806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Не анализируют связь погоды и настроения</a:t>
              </a:r>
            </a:p>
          </p:txBody>
        </p:sp>
        <p:sp>
          <p:nvSpPr>
            <p:cNvPr id="216" name="Circle"/>
            <p:cNvSpPr/>
            <p:nvPr/>
          </p:nvSpPr>
          <p:spPr>
            <a:xfrm>
              <a:off x="17685180" y="5961920"/>
              <a:ext cx="560887" cy="560887"/>
            </a:xfrm>
            <a:prstGeom prst="ellipse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7" name="Phasellus vestibulum lorem sed Fermentum leo vel orci porta non."/>
            <p:cNvSpPr txBox="1"/>
            <p:nvPr/>
          </p:nvSpPr>
          <p:spPr>
            <a:xfrm>
              <a:off x="18611816" y="7078791"/>
              <a:ext cx="4381421" cy="87806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Нет персонализированных рекомендаций</a:t>
              </a:r>
            </a:p>
          </p:txBody>
        </p:sp>
        <p:sp>
          <p:nvSpPr>
            <p:cNvPr id="218" name="Circle"/>
            <p:cNvSpPr/>
            <p:nvPr/>
          </p:nvSpPr>
          <p:spPr>
            <a:xfrm>
              <a:off x="17685180" y="7206885"/>
              <a:ext cx="560887" cy="560887"/>
            </a:xfrm>
            <a:prstGeom prst="ellipse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9" name="Lorem ipsum dolor sit amet, consectetur adipiscing elit, sed do"/>
            <p:cNvSpPr txBox="1"/>
            <p:nvPr/>
          </p:nvSpPr>
          <p:spPr>
            <a:xfrm>
              <a:off x="18611816" y="8481162"/>
              <a:ext cx="4478105" cy="47167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Однообразный функционал</a:t>
              </a:r>
            </a:p>
          </p:txBody>
        </p:sp>
        <p:sp>
          <p:nvSpPr>
            <p:cNvPr id="220" name="Circle"/>
            <p:cNvSpPr/>
            <p:nvPr/>
          </p:nvSpPr>
          <p:spPr>
            <a:xfrm>
              <a:off x="17685180" y="8451850"/>
              <a:ext cx="560887" cy="560886"/>
            </a:xfrm>
            <a:prstGeom prst="ellipse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Shape"/>
            <p:cNvSpPr/>
            <p:nvPr/>
          </p:nvSpPr>
          <p:spPr>
            <a:xfrm>
              <a:off x="17879482" y="4911258"/>
              <a:ext cx="172283" cy="172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8" h="21398" extrusionOk="0">
                  <a:moveTo>
                    <a:pt x="3239" y="1"/>
                  </a:moveTo>
                  <a:cubicBezTo>
                    <a:pt x="2772" y="1"/>
                    <a:pt x="2301" y="101"/>
                    <a:pt x="1867" y="303"/>
                  </a:cubicBezTo>
                  <a:cubicBezTo>
                    <a:pt x="1525" y="463"/>
                    <a:pt x="1219" y="678"/>
                    <a:pt x="952" y="945"/>
                  </a:cubicBezTo>
                  <a:cubicBezTo>
                    <a:pt x="685" y="1212"/>
                    <a:pt x="463" y="1525"/>
                    <a:pt x="303" y="1867"/>
                  </a:cubicBezTo>
                  <a:cubicBezTo>
                    <a:pt x="-101" y="2734"/>
                    <a:pt x="-101" y="3736"/>
                    <a:pt x="303" y="4603"/>
                  </a:cubicBezTo>
                  <a:cubicBezTo>
                    <a:pt x="564" y="5140"/>
                    <a:pt x="1165" y="5738"/>
                    <a:pt x="2162" y="6735"/>
                  </a:cubicBezTo>
                  <a:lnTo>
                    <a:pt x="6123" y="10695"/>
                  </a:lnTo>
                  <a:lnTo>
                    <a:pt x="2162" y="14663"/>
                  </a:lnTo>
                  <a:cubicBezTo>
                    <a:pt x="1166" y="15660"/>
                    <a:pt x="564" y="16258"/>
                    <a:pt x="303" y="16795"/>
                  </a:cubicBezTo>
                  <a:cubicBezTo>
                    <a:pt x="-101" y="17662"/>
                    <a:pt x="-101" y="18656"/>
                    <a:pt x="303" y="19524"/>
                  </a:cubicBezTo>
                  <a:cubicBezTo>
                    <a:pt x="463" y="19866"/>
                    <a:pt x="685" y="20179"/>
                    <a:pt x="952" y="20446"/>
                  </a:cubicBezTo>
                  <a:cubicBezTo>
                    <a:pt x="1219" y="20713"/>
                    <a:pt x="1525" y="20935"/>
                    <a:pt x="1867" y="21095"/>
                  </a:cubicBezTo>
                  <a:cubicBezTo>
                    <a:pt x="2734" y="21499"/>
                    <a:pt x="3736" y="21499"/>
                    <a:pt x="4603" y="21095"/>
                  </a:cubicBezTo>
                  <a:cubicBezTo>
                    <a:pt x="5140" y="20834"/>
                    <a:pt x="5738" y="20233"/>
                    <a:pt x="6735" y="19236"/>
                  </a:cubicBezTo>
                  <a:lnTo>
                    <a:pt x="10703" y="15275"/>
                  </a:lnTo>
                  <a:lnTo>
                    <a:pt x="14663" y="19236"/>
                  </a:lnTo>
                  <a:cubicBezTo>
                    <a:pt x="15660" y="20233"/>
                    <a:pt x="16258" y="20834"/>
                    <a:pt x="16795" y="21095"/>
                  </a:cubicBezTo>
                  <a:cubicBezTo>
                    <a:pt x="17662" y="21499"/>
                    <a:pt x="18664" y="21499"/>
                    <a:pt x="19531" y="21095"/>
                  </a:cubicBezTo>
                  <a:cubicBezTo>
                    <a:pt x="19873" y="20935"/>
                    <a:pt x="20186" y="20713"/>
                    <a:pt x="20453" y="20446"/>
                  </a:cubicBezTo>
                  <a:cubicBezTo>
                    <a:pt x="20720" y="20179"/>
                    <a:pt x="20935" y="19866"/>
                    <a:pt x="21095" y="19524"/>
                  </a:cubicBezTo>
                  <a:cubicBezTo>
                    <a:pt x="21499" y="18656"/>
                    <a:pt x="21499" y="17662"/>
                    <a:pt x="21095" y="16795"/>
                  </a:cubicBezTo>
                  <a:cubicBezTo>
                    <a:pt x="20834" y="16258"/>
                    <a:pt x="20240" y="15660"/>
                    <a:pt x="19243" y="14663"/>
                  </a:cubicBezTo>
                  <a:lnTo>
                    <a:pt x="15275" y="10695"/>
                  </a:lnTo>
                  <a:lnTo>
                    <a:pt x="19243" y="6735"/>
                  </a:lnTo>
                  <a:cubicBezTo>
                    <a:pt x="20240" y="5738"/>
                    <a:pt x="20834" y="5140"/>
                    <a:pt x="21095" y="4603"/>
                  </a:cubicBezTo>
                  <a:cubicBezTo>
                    <a:pt x="21499" y="3736"/>
                    <a:pt x="21499" y="2734"/>
                    <a:pt x="21095" y="1867"/>
                  </a:cubicBezTo>
                  <a:cubicBezTo>
                    <a:pt x="20935" y="1525"/>
                    <a:pt x="20720" y="1212"/>
                    <a:pt x="20453" y="945"/>
                  </a:cubicBezTo>
                  <a:cubicBezTo>
                    <a:pt x="20186" y="678"/>
                    <a:pt x="19873" y="463"/>
                    <a:pt x="19531" y="303"/>
                  </a:cubicBezTo>
                  <a:cubicBezTo>
                    <a:pt x="18664" y="-101"/>
                    <a:pt x="17662" y="-101"/>
                    <a:pt x="16795" y="303"/>
                  </a:cubicBezTo>
                  <a:cubicBezTo>
                    <a:pt x="16258" y="564"/>
                    <a:pt x="15660" y="1158"/>
                    <a:pt x="14663" y="2155"/>
                  </a:cubicBezTo>
                  <a:lnTo>
                    <a:pt x="10703" y="6123"/>
                  </a:lnTo>
                  <a:lnTo>
                    <a:pt x="6735" y="2155"/>
                  </a:lnTo>
                  <a:cubicBezTo>
                    <a:pt x="5738" y="1158"/>
                    <a:pt x="5140" y="564"/>
                    <a:pt x="4603" y="303"/>
                  </a:cubicBezTo>
                  <a:cubicBezTo>
                    <a:pt x="4170" y="101"/>
                    <a:pt x="3706" y="1"/>
                    <a:pt x="3239" y="1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2" name="Shape"/>
            <p:cNvSpPr/>
            <p:nvPr/>
          </p:nvSpPr>
          <p:spPr>
            <a:xfrm>
              <a:off x="17879482" y="6156222"/>
              <a:ext cx="172283" cy="172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8" h="21398" extrusionOk="0">
                  <a:moveTo>
                    <a:pt x="3239" y="1"/>
                  </a:moveTo>
                  <a:cubicBezTo>
                    <a:pt x="2772" y="1"/>
                    <a:pt x="2301" y="101"/>
                    <a:pt x="1867" y="303"/>
                  </a:cubicBezTo>
                  <a:cubicBezTo>
                    <a:pt x="1525" y="463"/>
                    <a:pt x="1219" y="678"/>
                    <a:pt x="952" y="945"/>
                  </a:cubicBezTo>
                  <a:cubicBezTo>
                    <a:pt x="685" y="1212"/>
                    <a:pt x="463" y="1525"/>
                    <a:pt x="303" y="1867"/>
                  </a:cubicBezTo>
                  <a:cubicBezTo>
                    <a:pt x="-101" y="2734"/>
                    <a:pt x="-101" y="3736"/>
                    <a:pt x="303" y="4603"/>
                  </a:cubicBezTo>
                  <a:cubicBezTo>
                    <a:pt x="564" y="5140"/>
                    <a:pt x="1165" y="5738"/>
                    <a:pt x="2162" y="6735"/>
                  </a:cubicBezTo>
                  <a:lnTo>
                    <a:pt x="6123" y="10695"/>
                  </a:lnTo>
                  <a:lnTo>
                    <a:pt x="2162" y="14663"/>
                  </a:lnTo>
                  <a:cubicBezTo>
                    <a:pt x="1166" y="15660"/>
                    <a:pt x="564" y="16258"/>
                    <a:pt x="303" y="16795"/>
                  </a:cubicBezTo>
                  <a:cubicBezTo>
                    <a:pt x="-101" y="17662"/>
                    <a:pt x="-101" y="18656"/>
                    <a:pt x="303" y="19524"/>
                  </a:cubicBezTo>
                  <a:cubicBezTo>
                    <a:pt x="463" y="19866"/>
                    <a:pt x="685" y="20179"/>
                    <a:pt x="952" y="20446"/>
                  </a:cubicBezTo>
                  <a:cubicBezTo>
                    <a:pt x="1219" y="20713"/>
                    <a:pt x="1525" y="20935"/>
                    <a:pt x="1867" y="21095"/>
                  </a:cubicBezTo>
                  <a:cubicBezTo>
                    <a:pt x="2734" y="21499"/>
                    <a:pt x="3736" y="21499"/>
                    <a:pt x="4603" y="21095"/>
                  </a:cubicBezTo>
                  <a:cubicBezTo>
                    <a:pt x="5140" y="20834"/>
                    <a:pt x="5738" y="20233"/>
                    <a:pt x="6735" y="19236"/>
                  </a:cubicBezTo>
                  <a:lnTo>
                    <a:pt x="10703" y="15275"/>
                  </a:lnTo>
                  <a:lnTo>
                    <a:pt x="14663" y="19236"/>
                  </a:lnTo>
                  <a:cubicBezTo>
                    <a:pt x="15660" y="20233"/>
                    <a:pt x="16258" y="20834"/>
                    <a:pt x="16795" y="21095"/>
                  </a:cubicBezTo>
                  <a:cubicBezTo>
                    <a:pt x="17662" y="21499"/>
                    <a:pt x="18664" y="21499"/>
                    <a:pt x="19531" y="21095"/>
                  </a:cubicBezTo>
                  <a:cubicBezTo>
                    <a:pt x="19873" y="20935"/>
                    <a:pt x="20186" y="20713"/>
                    <a:pt x="20453" y="20446"/>
                  </a:cubicBezTo>
                  <a:cubicBezTo>
                    <a:pt x="20720" y="20179"/>
                    <a:pt x="20935" y="19866"/>
                    <a:pt x="21095" y="19524"/>
                  </a:cubicBezTo>
                  <a:cubicBezTo>
                    <a:pt x="21499" y="18656"/>
                    <a:pt x="21499" y="17662"/>
                    <a:pt x="21095" y="16795"/>
                  </a:cubicBezTo>
                  <a:cubicBezTo>
                    <a:pt x="20834" y="16258"/>
                    <a:pt x="20240" y="15660"/>
                    <a:pt x="19243" y="14663"/>
                  </a:cubicBezTo>
                  <a:lnTo>
                    <a:pt x="15275" y="10695"/>
                  </a:lnTo>
                  <a:lnTo>
                    <a:pt x="19243" y="6735"/>
                  </a:lnTo>
                  <a:cubicBezTo>
                    <a:pt x="20240" y="5738"/>
                    <a:pt x="20834" y="5140"/>
                    <a:pt x="21095" y="4603"/>
                  </a:cubicBezTo>
                  <a:cubicBezTo>
                    <a:pt x="21499" y="3736"/>
                    <a:pt x="21499" y="2734"/>
                    <a:pt x="21095" y="1867"/>
                  </a:cubicBezTo>
                  <a:cubicBezTo>
                    <a:pt x="20935" y="1525"/>
                    <a:pt x="20720" y="1212"/>
                    <a:pt x="20453" y="945"/>
                  </a:cubicBezTo>
                  <a:cubicBezTo>
                    <a:pt x="20186" y="678"/>
                    <a:pt x="19873" y="463"/>
                    <a:pt x="19531" y="303"/>
                  </a:cubicBezTo>
                  <a:cubicBezTo>
                    <a:pt x="18664" y="-101"/>
                    <a:pt x="17662" y="-101"/>
                    <a:pt x="16795" y="303"/>
                  </a:cubicBezTo>
                  <a:cubicBezTo>
                    <a:pt x="16258" y="564"/>
                    <a:pt x="15660" y="1158"/>
                    <a:pt x="14663" y="2155"/>
                  </a:cubicBezTo>
                  <a:lnTo>
                    <a:pt x="10703" y="6123"/>
                  </a:lnTo>
                  <a:lnTo>
                    <a:pt x="6735" y="2155"/>
                  </a:lnTo>
                  <a:cubicBezTo>
                    <a:pt x="5738" y="1158"/>
                    <a:pt x="5140" y="564"/>
                    <a:pt x="4603" y="303"/>
                  </a:cubicBezTo>
                  <a:cubicBezTo>
                    <a:pt x="4170" y="101"/>
                    <a:pt x="3706" y="1"/>
                    <a:pt x="3239" y="1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3" name="Shape"/>
            <p:cNvSpPr/>
            <p:nvPr/>
          </p:nvSpPr>
          <p:spPr>
            <a:xfrm>
              <a:off x="17879482" y="7401187"/>
              <a:ext cx="172283" cy="172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8" h="21398" extrusionOk="0">
                  <a:moveTo>
                    <a:pt x="3239" y="1"/>
                  </a:moveTo>
                  <a:cubicBezTo>
                    <a:pt x="2772" y="1"/>
                    <a:pt x="2301" y="101"/>
                    <a:pt x="1867" y="303"/>
                  </a:cubicBezTo>
                  <a:cubicBezTo>
                    <a:pt x="1525" y="463"/>
                    <a:pt x="1219" y="678"/>
                    <a:pt x="952" y="945"/>
                  </a:cubicBezTo>
                  <a:cubicBezTo>
                    <a:pt x="685" y="1212"/>
                    <a:pt x="463" y="1525"/>
                    <a:pt x="303" y="1867"/>
                  </a:cubicBezTo>
                  <a:cubicBezTo>
                    <a:pt x="-101" y="2734"/>
                    <a:pt x="-101" y="3736"/>
                    <a:pt x="303" y="4603"/>
                  </a:cubicBezTo>
                  <a:cubicBezTo>
                    <a:pt x="564" y="5140"/>
                    <a:pt x="1165" y="5738"/>
                    <a:pt x="2162" y="6735"/>
                  </a:cubicBezTo>
                  <a:lnTo>
                    <a:pt x="6123" y="10695"/>
                  </a:lnTo>
                  <a:lnTo>
                    <a:pt x="2162" y="14663"/>
                  </a:lnTo>
                  <a:cubicBezTo>
                    <a:pt x="1166" y="15660"/>
                    <a:pt x="564" y="16258"/>
                    <a:pt x="303" y="16795"/>
                  </a:cubicBezTo>
                  <a:cubicBezTo>
                    <a:pt x="-101" y="17662"/>
                    <a:pt x="-101" y="18656"/>
                    <a:pt x="303" y="19524"/>
                  </a:cubicBezTo>
                  <a:cubicBezTo>
                    <a:pt x="463" y="19866"/>
                    <a:pt x="685" y="20179"/>
                    <a:pt x="952" y="20446"/>
                  </a:cubicBezTo>
                  <a:cubicBezTo>
                    <a:pt x="1219" y="20713"/>
                    <a:pt x="1525" y="20935"/>
                    <a:pt x="1867" y="21095"/>
                  </a:cubicBezTo>
                  <a:cubicBezTo>
                    <a:pt x="2734" y="21499"/>
                    <a:pt x="3736" y="21499"/>
                    <a:pt x="4603" y="21095"/>
                  </a:cubicBezTo>
                  <a:cubicBezTo>
                    <a:pt x="5140" y="20834"/>
                    <a:pt x="5738" y="20233"/>
                    <a:pt x="6735" y="19236"/>
                  </a:cubicBezTo>
                  <a:lnTo>
                    <a:pt x="10703" y="15275"/>
                  </a:lnTo>
                  <a:lnTo>
                    <a:pt x="14663" y="19236"/>
                  </a:lnTo>
                  <a:cubicBezTo>
                    <a:pt x="15660" y="20233"/>
                    <a:pt x="16258" y="20834"/>
                    <a:pt x="16795" y="21095"/>
                  </a:cubicBezTo>
                  <a:cubicBezTo>
                    <a:pt x="17662" y="21499"/>
                    <a:pt x="18664" y="21499"/>
                    <a:pt x="19531" y="21095"/>
                  </a:cubicBezTo>
                  <a:cubicBezTo>
                    <a:pt x="19873" y="20935"/>
                    <a:pt x="20186" y="20713"/>
                    <a:pt x="20453" y="20446"/>
                  </a:cubicBezTo>
                  <a:cubicBezTo>
                    <a:pt x="20720" y="20179"/>
                    <a:pt x="20935" y="19866"/>
                    <a:pt x="21095" y="19524"/>
                  </a:cubicBezTo>
                  <a:cubicBezTo>
                    <a:pt x="21499" y="18656"/>
                    <a:pt x="21499" y="17662"/>
                    <a:pt x="21095" y="16795"/>
                  </a:cubicBezTo>
                  <a:cubicBezTo>
                    <a:pt x="20834" y="16258"/>
                    <a:pt x="20240" y="15660"/>
                    <a:pt x="19243" y="14663"/>
                  </a:cubicBezTo>
                  <a:lnTo>
                    <a:pt x="15275" y="10695"/>
                  </a:lnTo>
                  <a:lnTo>
                    <a:pt x="19243" y="6735"/>
                  </a:lnTo>
                  <a:cubicBezTo>
                    <a:pt x="20240" y="5738"/>
                    <a:pt x="20834" y="5140"/>
                    <a:pt x="21095" y="4603"/>
                  </a:cubicBezTo>
                  <a:cubicBezTo>
                    <a:pt x="21499" y="3736"/>
                    <a:pt x="21499" y="2734"/>
                    <a:pt x="21095" y="1867"/>
                  </a:cubicBezTo>
                  <a:cubicBezTo>
                    <a:pt x="20935" y="1525"/>
                    <a:pt x="20720" y="1212"/>
                    <a:pt x="20453" y="945"/>
                  </a:cubicBezTo>
                  <a:cubicBezTo>
                    <a:pt x="20186" y="678"/>
                    <a:pt x="19873" y="463"/>
                    <a:pt x="19531" y="303"/>
                  </a:cubicBezTo>
                  <a:cubicBezTo>
                    <a:pt x="18664" y="-101"/>
                    <a:pt x="17662" y="-101"/>
                    <a:pt x="16795" y="303"/>
                  </a:cubicBezTo>
                  <a:cubicBezTo>
                    <a:pt x="16258" y="564"/>
                    <a:pt x="15660" y="1158"/>
                    <a:pt x="14663" y="2155"/>
                  </a:cubicBezTo>
                  <a:lnTo>
                    <a:pt x="10703" y="6123"/>
                  </a:lnTo>
                  <a:lnTo>
                    <a:pt x="6735" y="2155"/>
                  </a:lnTo>
                  <a:cubicBezTo>
                    <a:pt x="5738" y="1158"/>
                    <a:pt x="5140" y="564"/>
                    <a:pt x="4603" y="303"/>
                  </a:cubicBezTo>
                  <a:cubicBezTo>
                    <a:pt x="4170" y="101"/>
                    <a:pt x="3706" y="1"/>
                    <a:pt x="3239" y="1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4" name="Shape"/>
            <p:cNvSpPr/>
            <p:nvPr/>
          </p:nvSpPr>
          <p:spPr>
            <a:xfrm>
              <a:off x="17879482" y="8646152"/>
              <a:ext cx="172283" cy="172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8" h="21398" extrusionOk="0">
                  <a:moveTo>
                    <a:pt x="3239" y="1"/>
                  </a:moveTo>
                  <a:cubicBezTo>
                    <a:pt x="2772" y="1"/>
                    <a:pt x="2301" y="101"/>
                    <a:pt x="1867" y="303"/>
                  </a:cubicBezTo>
                  <a:cubicBezTo>
                    <a:pt x="1525" y="463"/>
                    <a:pt x="1219" y="678"/>
                    <a:pt x="952" y="945"/>
                  </a:cubicBezTo>
                  <a:cubicBezTo>
                    <a:pt x="685" y="1212"/>
                    <a:pt x="463" y="1525"/>
                    <a:pt x="303" y="1867"/>
                  </a:cubicBezTo>
                  <a:cubicBezTo>
                    <a:pt x="-101" y="2734"/>
                    <a:pt x="-101" y="3736"/>
                    <a:pt x="303" y="4603"/>
                  </a:cubicBezTo>
                  <a:cubicBezTo>
                    <a:pt x="564" y="5140"/>
                    <a:pt x="1165" y="5738"/>
                    <a:pt x="2162" y="6735"/>
                  </a:cubicBezTo>
                  <a:lnTo>
                    <a:pt x="6123" y="10695"/>
                  </a:lnTo>
                  <a:lnTo>
                    <a:pt x="2162" y="14663"/>
                  </a:lnTo>
                  <a:cubicBezTo>
                    <a:pt x="1166" y="15660"/>
                    <a:pt x="564" y="16258"/>
                    <a:pt x="303" y="16795"/>
                  </a:cubicBezTo>
                  <a:cubicBezTo>
                    <a:pt x="-101" y="17662"/>
                    <a:pt x="-101" y="18656"/>
                    <a:pt x="303" y="19524"/>
                  </a:cubicBezTo>
                  <a:cubicBezTo>
                    <a:pt x="463" y="19866"/>
                    <a:pt x="685" y="20179"/>
                    <a:pt x="952" y="20446"/>
                  </a:cubicBezTo>
                  <a:cubicBezTo>
                    <a:pt x="1219" y="20713"/>
                    <a:pt x="1525" y="20935"/>
                    <a:pt x="1867" y="21095"/>
                  </a:cubicBezTo>
                  <a:cubicBezTo>
                    <a:pt x="2734" y="21499"/>
                    <a:pt x="3736" y="21499"/>
                    <a:pt x="4603" y="21095"/>
                  </a:cubicBezTo>
                  <a:cubicBezTo>
                    <a:pt x="5140" y="20834"/>
                    <a:pt x="5738" y="20233"/>
                    <a:pt x="6735" y="19236"/>
                  </a:cubicBezTo>
                  <a:lnTo>
                    <a:pt x="10703" y="15275"/>
                  </a:lnTo>
                  <a:lnTo>
                    <a:pt x="14663" y="19236"/>
                  </a:lnTo>
                  <a:cubicBezTo>
                    <a:pt x="15660" y="20233"/>
                    <a:pt x="16258" y="20834"/>
                    <a:pt x="16795" y="21095"/>
                  </a:cubicBezTo>
                  <a:cubicBezTo>
                    <a:pt x="17662" y="21499"/>
                    <a:pt x="18664" y="21499"/>
                    <a:pt x="19531" y="21095"/>
                  </a:cubicBezTo>
                  <a:cubicBezTo>
                    <a:pt x="19873" y="20935"/>
                    <a:pt x="20186" y="20713"/>
                    <a:pt x="20453" y="20446"/>
                  </a:cubicBezTo>
                  <a:cubicBezTo>
                    <a:pt x="20720" y="20179"/>
                    <a:pt x="20935" y="19866"/>
                    <a:pt x="21095" y="19524"/>
                  </a:cubicBezTo>
                  <a:cubicBezTo>
                    <a:pt x="21499" y="18656"/>
                    <a:pt x="21499" y="17662"/>
                    <a:pt x="21095" y="16795"/>
                  </a:cubicBezTo>
                  <a:cubicBezTo>
                    <a:pt x="20834" y="16258"/>
                    <a:pt x="20240" y="15660"/>
                    <a:pt x="19243" y="14663"/>
                  </a:cubicBezTo>
                  <a:lnTo>
                    <a:pt x="15275" y="10695"/>
                  </a:lnTo>
                  <a:lnTo>
                    <a:pt x="19243" y="6735"/>
                  </a:lnTo>
                  <a:cubicBezTo>
                    <a:pt x="20240" y="5738"/>
                    <a:pt x="20834" y="5140"/>
                    <a:pt x="21095" y="4603"/>
                  </a:cubicBezTo>
                  <a:cubicBezTo>
                    <a:pt x="21499" y="3736"/>
                    <a:pt x="21499" y="2734"/>
                    <a:pt x="21095" y="1867"/>
                  </a:cubicBezTo>
                  <a:cubicBezTo>
                    <a:pt x="20935" y="1525"/>
                    <a:pt x="20720" y="1212"/>
                    <a:pt x="20453" y="945"/>
                  </a:cubicBezTo>
                  <a:cubicBezTo>
                    <a:pt x="20186" y="678"/>
                    <a:pt x="19873" y="463"/>
                    <a:pt x="19531" y="303"/>
                  </a:cubicBezTo>
                  <a:cubicBezTo>
                    <a:pt x="18664" y="-101"/>
                    <a:pt x="17662" y="-101"/>
                    <a:pt x="16795" y="303"/>
                  </a:cubicBezTo>
                  <a:cubicBezTo>
                    <a:pt x="16258" y="564"/>
                    <a:pt x="15660" y="1158"/>
                    <a:pt x="14663" y="2155"/>
                  </a:cubicBezTo>
                  <a:lnTo>
                    <a:pt x="10703" y="6123"/>
                  </a:lnTo>
                  <a:lnTo>
                    <a:pt x="6735" y="2155"/>
                  </a:lnTo>
                  <a:cubicBezTo>
                    <a:pt x="5738" y="1158"/>
                    <a:pt x="5140" y="564"/>
                    <a:pt x="4603" y="303"/>
                  </a:cubicBezTo>
                  <a:cubicBezTo>
                    <a:pt x="4170" y="101"/>
                    <a:pt x="3706" y="1"/>
                    <a:pt x="3239" y="1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" name="Placeholder Demo Text">
            <a:extLst>
              <a:ext uri="{FF2B5EF4-FFF2-40B4-BE49-F238E27FC236}">
                <a16:creationId xmlns:a16="http://schemas.microsoft.com/office/drawing/2014/main" id="{CCBDE0D7-CD48-4841-25F4-EFA06B9B300D}"/>
              </a:ext>
            </a:extLst>
          </p:cNvPr>
          <p:cNvSpPr txBox="1"/>
          <p:nvPr/>
        </p:nvSpPr>
        <p:spPr>
          <a:xfrm>
            <a:off x="1407001" y="885445"/>
            <a:ext cx="15886707" cy="1277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noAutofit/>
          </a:bodyPr>
          <a:lstStyle>
            <a:lvl1pPr algn="l">
              <a:defRPr sz="80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ru-RU" sz="6001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Проблема и уникальное решение</a:t>
            </a:r>
          </a:p>
        </p:txBody>
      </p:sp>
      <p:sp>
        <p:nvSpPr>
          <p:cNvPr id="8" name="Placeholder Demo Text">
            <a:extLst>
              <a:ext uri="{FF2B5EF4-FFF2-40B4-BE49-F238E27FC236}">
                <a16:creationId xmlns:a16="http://schemas.microsoft.com/office/drawing/2014/main" id="{1D2A1FA8-678E-69F7-7D34-FDFBE63601D2}"/>
              </a:ext>
            </a:extLst>
          </p:cNvPr>
          <p:cNvSpPr txBox="1"/>
          <p:nvPr/>
        </p:nvSpPr>
        <p:spPr>
          <a:xfrm>
            <a:off x="1144250" y="3712034"/>
            <a:ext cx="6566000" cy="1277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noAutofit/>
          </a:bodyPr>
          <a:lstStyle>
            <a:lvl1pPr algn="l">
              <a:defRPr sz="80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en-US" sz="36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WeatherMood</a:t>
            </a:r>
            <a:r>
              <a:rPr lang="en-US" sz="3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предлагает:</a:t>
            </a:r>
          </a:p>
        </p:txBody>
      </p:sp>
      <p:sp>
        <p:nvSpPr>
          <p:cNvPr id="9" name="Placeholder Demo Text">
            <a:extLst>
              <a:ext uri="{FF2B5EF4-FFF2-40B4-BE49-F238E27FC236}">
                <a16:creationId xmlns:a16="http://schemas.microsoft.com/office/drawing/2014/main" id="{20CFD39C-2152-796D-72CA-DC67F57110E4}"/>
              </a:ext>
            </a:extLst>
          </p:cNvPr>
          <p:cNvSpPr txBox="1"/>
          <p:nvPr/>
        </p:nvSpPr>
        <p:spPr>
          <a:xfrm>
            <a:off x="16609802" y="3712034"/>
            <a:ext cx="6884679" cy="1277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noAutofit/>
          </a:bodyPr>
          <a:lstStyle>
            <a:lvl1pPr algn="l">
              <a:defRPr sz="80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ru-RU" sz="3600" b="1" dirty="0">
                <a:solidFill>
                  <a:srgbClr val="171F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Существующие приложения:</a:t>
            </a: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D2F193D2-25C0-AD38-F1BC-3B6BEAE69702}"/>
              </a:ext>
            </a:extLst>
          </p:cNvPr>
          <p:cNvSpPr/>
          <p:nvPr/>
        </p:nvSpPr>
        <p:spPr>
          <a:xfrm rot="16200000">
            <a:off x="48246" y="12550379"/>
            <a:ext cx="1393002" cy="116630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1" name="Placeholder Demo Text">
            <a:extLst>
              <a:ext uri="{FF2B5EF4-FFF2-40B4-BE49-F238E27FC236}">
                <a16:creationId xmlns:a16="http://schemas.microsoft.com/office/drawing/2014/main" id="{791CB85E-CDAB-A490-FFAB-62A697CB2EE3}"/>
              </a:ext>
            </a:extLst>
          </p:cNvPr>
          <p:cNvSpPr txBox="1"/>
          <p:nvPr/>
        </p:nvSpPr>
        <p:spPr>
          <a:xfrm>
            <a:off x="1111226" y="12031661"/>
            <a:ext cx="13991122" cy="1277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noAutofit/>
          </a:bodyPr>
          <a:lstStyle>
            <a:lvl1pPr algn="l">
              <a:defRPr sz="80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ru-RU" sz="3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Настроение и погода.</a:t>
            </a:r>
          </a:p>
          <a:p>
            <a:r>
              <a:rPr lang="ru-RU" sz="3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Узнай взаимосвязь с помощью </a:t>
            </a:r>
            <a:r>
              <a:rPr lang="ru-RU" sz="36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WeatherMood</a:t>
            </a:r>
            <a:r>
              <a:rPr lang="ru-RU" sz="3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pic>
        <p:nvPicPr>
          <p:cNvPr id="1026" name="Picture 2" descr="Погода – Бесплатные иконки: Погода">
            <a:extLst>
              <a:ext uri="{FF2B5EF4-FFF2-40B4-BE49-F238E27FC236}">
                <a16:creationId xmlns:a16="http://schemas.microsoft.com/office/drawing/2014/main" id="{E7ECD184-2710-1EDD-47CE-641C197A7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2397" y="4464742"/>
            <a:ext cx="4876800" cy="4876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6" name="Placeholder Demo Text"/>
          <p:cNvSpPr txBox="1"/>
          <p:nvPr/>
        </p:nvSpPr>
        <p:spPr>
          <a:xfrm>
            <a:off x="1299104" y="3012937"/>
            <a:ext cx="12530676" cy="133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1" tIns="50801" rIns="50801" bIns="50801">
            <a:spAutoFit/>
          </a:bodyPr>
          <a:lstStyle>
            <a:lvl1pPr algn="l">
              <a:defRPr sz="80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ru-R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Основные возможности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EA3EAC5-A99E-B04C-B46E-188428939E10}"/>
              </a:ext>
            </a:extLst>
          </p:cNvPr>
          <p:cNvGrpSpPr/>
          <p:nvPr/>
        </p:nvGrpSpPr>
        <p:grpSpPr>
          <a:xfrm>
            <a:off x="1427163" y="4871725"/>
            <a:ext cx="8683136" cy="2773477"/>
            <a:chOff x="2945766" y="5657246"/>
            <a:chExt cx="8683135" cy="2773473"/>
          </a:xfrm>
        </p:grpSpPr>
        <p:sp>
          <p:nvSpPr>
            <p:cNvPr id="3670" name="Lorem ipsum dolor sit amet, consectetur adipiscing elit, sed do eiusmod tempor incididunt ut labore donec dolore magna."/>
            <p:cNvSpPr txBox="1"/>
            <p:nvPr/>
          </p:nvSpPr>
          <p:spPr>
            <a:xfrm>
              <a:off x="3997182" y="6333479"/>
              <a:ext cx="7631719" cy="2097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Текущая погода с детальной информацией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Почасовой прогноз на ближайшие часы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Динамические фоны в зависимости от условий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Обновление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свайпом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вниз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Поддержка нескольких городов</a:t>
              </a:r>
            </a:p>
          </p:txBody>
        </p:sp>
        <p:sp>
          <p:nvSpPr>
            <p:cNvPr id="3671" name="Rounded Rectangle"/>
            <p:cNvSpPr/>
            <p:nvPr/>
          </p:nvSpPr>
          <p:spPr>
            <a:xfrm>
              <a:off x="2945766" y="5750691"/>
              <a:ext cx="784644" cy="784645"/>
            </a:xfrm>
            <a:prstGeom prst="roundRect">
              <a:avLst>
                <a:gd name="adj" fmla="val 30239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3674" name="Type text here"/>
            <p:cNvSpPr txBox="1"/>
            <p:nvPr/>
          </p:nvSpPr>
          <p:spPr>
            <a:xfrm>
              <a:off x="3991247" y="5657246"/>
              <a:ext cx="6518954" cy="5336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 Погода в реальном времени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46861B2-EC65-454C-85E7-AC7830129B99}"/>
              </a:ext>
            </a:extLst>
          </p:cNvPr>
          <p:cNvGrpSpPr/>
          <p:nvPr/>
        </p:nvGrpSpPr>
        <p:grpSpPr>
          <a:xfrm>
            <a:off x="13054967" y="10491323"/>
            <a:ext cx="9066666" cy="1960688"/>
            <a:chOff x="13054965" y="9296247"/>
            <a:chExt cx="9066666" cy="1960689"/>
          </a:xfrm>
        </p:grpSpPr>
        <p:sp>
          <p:nvSpPr>
            <p:cNvPr id="3688" name="Lorem ipsum dolor sit amet, consectetur adipiscing elit, sed do eiusmod tempor incididunt ut labore donec dolore magna."/>
            <p:cNvSpPr txBox="1"/>
            <p:nvPr/>
          </p:nvSpPr>
          <p:spPr>
            <a:xfrm>
              <a:off x="14106382" y="9972479"/>
              <a:ext cx="8015249" cy="128445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Работа без интернета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Локальное кэширование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Автосинхронизация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при появлении сети</a:t>
              </a:r>
            </a:p>
          </p:txBody>
        </p:sp>
        <p:sp>
          <p:nvSpPr>
            <p:cNvPr id="3689" name="Rounded Rectangle"/>
            <p:cNvSpPr/>
            <p:nvPr/>
          </p:nvSpPr>
          <p:spPr>
            <a:xfrm>
              <a:off x="13054965" y="9389691"/>
              <a:ext cx="784643" cy="784644"/>
            </a:xfrm>
            <a:prstGeom prst="roundRect">
              <a:avLst>
                <a:gd name="adj" fmla="val 30239"/>
              </a:avLst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3690" name="Type text here"/>
            <p:cNvSpPr txBox="1"/>
            <p:nvPr/>
          </p:nvSpPr>
          <p:spPr>
            <a:xfrm>
              <a:off x="14100447" y="9296247"/>
              <a:ext cx="4244701" cy="53361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6. Офлайн-режим</a:t>
              </a:r>
            </a:p>
          </p:txBody>
        </p:sp>
        <p:sp>
          <p:nvSpPr>
            <p:cNvPr id="3691" name="Graphic 4"/>
            <p:cNvSpPr/>
            <p:nvPr/>
          </p:nvSpPr>
          <p:spPr>
            <a:xfrm>
              <a:off x="13300070" y="9610872"/>
              <a:ext cx="332703" cy="3113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0566" extrusionOk="0">
                  <a:moveTo>
                    <a:pt x="11376" y="6065"/>
                  </a:moveTo>
                  <a:lnTo>
                    <a:pt x="11376" y="11016"/>
                  </a:lnTo>
                  <a:cubicBezTo>
                    <a:pt x="11376" y="11602"/>
                    <a:pt x="10927" y="12077"/>
                    <a:pt x="10372" y="12077"/>
                  </a:cubicBezTo>
                  <a:lnTo>
                    <a:pt x="6357" y="12077"/>
                  </a:lnTo>
                  <a:cubicBezTo>
                    <a:pt x="5803" y="12077"/>
                    <a:pt x="5353" y="11602"/>
                    <a:pt x="5353" y="11016"/>
                  </a:cubicBezTo>
                  <a:cubicBezTo>
                    <a:pt x="5353" y="10430"/>
                    <a:pt x="5803" y="9955"/>
                    <a:pt x="6357" y="9955"/>
                  </a:cubicBezTo>
                  <a:lnTo>
                    <a:pt x="9368" y="9955"/>
                  </a:lnTo>
                  <a:lnTo>
                    <a:pt x="9368" y="6065"/>
                  </a:lnTo>
                  <a:cubicBezTo>
                    <a:pt x="9368" y="5479"/>
                    <a:pt x="9818" y="5004"/>
                    <a:pt x="10372" y="5004"/>
                  </a:cubicBezTo>
                  <a:cubicBezTo>
                    <a:pt x="10927" y="5004"/>
                    <a:pt x="11376" y="5479"/>
                    <a:pt x="11376" y="6065"/>
                  </a:cubicBezTo>
                  <a:close/>
                  <a:moveTo>
                    <a:pt x="18859" y="7608"/>
                  </a:moveTo>
                  <a:cubicBezTo>
                    <a:pt x="18838" y="7608"/>
                    <a:pt x="18818" y="7597"/>
                    <a:pt x="18797" y="7595"/>
                  </a:cubicBezTo>
                  <a:cubicBezTo>
                    <a:pt x="20022" y="10922"/>
                    <a:pt x="19372" y="14694"/>
                    <a:pt x="17115" y="17350"/>
                  </a:cubicBezTo>
                  <a:lnTo>
                    <a:pt x="18444" y="18754"/>
                  </a:lnTo>
                  <a:cubicBezTo>
                    <a:pt x="18836" y="19169"/>
                    <a:pt x="18836" y="19841"/>
                    <a:pt x="18444" y="20255"/>
                  </a:cubicBezTo>
                  <a:cubicBezTo>
                    <a:pt x="18052" y="20670"/>
                    <a:pt x="17416" y="20670"/>
                    <a:pt x="17024" y="20255"/>
                  </a:cubicBezTo>
                  <a:lnTo>
                    <a:pt x="15622" y="18773"/>
                  </a:lnTo>
                  <a:cubicBezTo>
                    <a:pt x="12487" y="21163"/>
                    <a:pt x="8257" y="21163"/>
                    <a:pt x="5122" y="18773"/>
                  </a:cubicBezTo>
                  <a:lnTo>
                    <a:pt x="3721" y="20255"/>
                  </a:lnTo>
                  <a:cubicBezTo>
                    <a:pt x="3329" y="20670"/>
                    <a:pt x="2693" y="20670"/>
                    <a:pt x="2301" y="20255"/>
                  </a:cubicBezTo>
                  <a:cubicBezTo>
                    <a:pt x="1909" y="19841"/>
                    <a:pt x="1909" y="19169"/>
                    <a:pt x="2301" y="18754"/>
                  </a:cubicBezTo>
                  <a:lnTo>
                    <a:pt x="3630" y="17350"/>
                  </a:lnTo>
                  <a:cubicBezTo>
                    <a:pt x="1373" y="14694"/>
                    <a:pt x="722" y="10922"/>
                    <a:pt x="1947" y="7595"/>
                  </a:cubicBezTo>
                  <a:cubicBezTo>
                    <a:pt x="1926" y="7595"/>
                    <a:pt x="1907" y="7608"/>
                    <a:pt x="1885" y="7608"/>
                  </a:cubicBezTo>
                  <a:cubicBezTo>
                    <a:pt x="1619" y="7608"/>
                    <a:pt x="1364" y="7496"/>
                    <a:pt x="1176" y="7297"/>
                  </a:cubicBezTo>
                  <a:cubicBezTo>
                    <a:pt x="-392" y="5639"/>
                    <a:pt x="-392" y="2952"/>
                    <a:pt x="1177" y="1295"/>
                  </a:cubicBezTo>
                  <a:cubicBezTo>
                    <a:pt x="1929" y="499"/>
                    <a:pt x="2950" y="52"/>
                    <a:pt x="4015" y="52"/>
                  </a:cubicBezTo>
                  <a:cubicBezTo>
                    <a:pt x="5080" y="49"/>
                    <a:pt x="6103" y="497"/>
                    <a:pt x="6854" y="1296"/>
                  </a:cubicBezTo>
                  <a:cubicBezTo>
                    <a:pt x="7055" y="1512"/>
                    <a:pt x="7158" y="1809"/>
                    <a:pt x="7136" y="2111"/>
                  </a:cubicBezTo>
                  <a:cubicBezTo>
                    <a:pt x="9217" y="1252"/>
                    <a:pt x="11528" y="1252"/>
                    <a:pt x="13609" y="2111"/>
                  </a:cubicBezTo>
                  <a:cubicBezTo>
                    <a:pt x="13586" y="1809"/>
                    <a:pt x="13690" y="1512"/>
                    <a:pt x="13891" y="1296"/>
                  </a:cubicBezTo>
                  <a:cubicBezTo>
                    <a:pt x="15432" y="-390"/>
                    <a:pt x="17974" y="-437"/>
                    <a:pt x="19569" y="1191"/>
                  </a:cubicBezTo>
                  <a:cubicBezTo>
                    <a:pt x="21164" y="2820"/>
                    <a:pt x="21208" y="5507"/>
                    <a:pt x="19667" y="7193"/>
                  </a:cubicBezTo>
                  <a:cubicBezTo>
                    <a:pt x="19635" y="7228"/>
                    <a:pt x="19602" y="7263"/>
                    <a:pt x="19569" y="7297"/>
                  </a:cubicBezTo>
                  <a:cubicBezTo>
                    <a:pt x="19381" y="7496"/>
                    <a:pt x="19125" y="7608"/>
                    <a:pt x="18859" y="7608"/>
                  </a:cubicBezTo>
                  <a:close/>
                  <a:moveTo>
                    <a:pt x="16210" y="2245"/>
                  </a:moveTo>
                  <a:lnTo>
                    <a:pt x="18671" y="4846"/>
                  </a:lnTo>
                  <a:cubicBezTo>
                    <a:pt x="18857" y="4113"/>
                    <a:pt x="18658" y="3331"/>
                    <a:pt x="18151" y="2795"/>
                  </a:cubicBezTo>
                  <a:cubicBezTo>
                    <a:pt x="17640" y="2264"/>
                    <a:pt x="16903" y="2055"/>
                    <a:pt x="16210" y="2245"/>
                  </a:cubicBezTo>
                  <a:close/>
                  <a:moveTo>
                    <a:pt x="2007" y="4296"/>
                  </a:moveTo>
                  <a:cubicBezTo>
                    <a:pt x="2006" y="4482"/>
                    <a:pt x="2029" y="4667"/>
                    <a:pt x="2074" y="4846"/>
                  </a:cubicBezTo>
                  <a:lnTo>
                    <a:pt x="4535" y="2245"/>
                  </a:lnTo>
                  <a:cubicBezTo>
                    <a:pt x="3464" y="1941"/>
                    <a:pt x="2363" y="2613"/>
                    <a:pt x="2076" y="3745"/>
                  </a:cubicBezTo>
                  <a:cubicBezTo>
                    <a:pt x="2030" y="3925"/>
                    <a:pt x="2007" y="4110"/>
                    <a:pt x="2007" y="4296"/>
                  </a:cubicBezTo>
                  <a:close/>
                  <a:moveTo>
                    <a:pt x="17399" y="11016"/>
                  </a:moveTo>
                  <a:cubicBezTo>
                    <a:pt x="17399" y="6914"/>
                    <a:pt x="14253" y="3589"/>
                    <a:pt x="10372" y="3589"/>
                  </a:cubicBezTo>
                  <a:cubicBezTo>
                    <a:pt x="6491" y="3589"/>
                    <a:pt x="3345" y="6914"/>
                    <a:pt x="3345" y="11016"/>
                  </a:cubicBezTo>
                  <a:cubicBezTo>
                    <a:pt x="3345" y="15118"/>
                    <a:pt x="6491" y="18443"/>
                    <a:pt x="10372" y="18443"/>
                  </a:cubicBezTo>
                  <a:cubicBezTo>
                    <a:pt x="14251" y="18439"/>
                    <a:pt x="17395" y="15116"/>
                    <a:pt x="17399" y="11016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45718" rIns="45718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CE3C4DE-5A4A-2849-94DA-6CB89AE0AD17}"/>
              </a:ext>
            </a:extLst>
          </p:cNvPr>
          <p:cNvGrpSpPr/>
          <p:nvPr/>
        </p:nvGrpSpPr>
        <p:grpSpPr>
          <a:xfrm>
            <a:off x="1427164" y="7880701"/>
            <a:ext cx="8683134" cy="2367082"/>
            <a:chOff x="2945766" y="7476746"/>
            <a:chExt cx="8683134" cy="2367083"/>
          </a:xfrm>
        </p:grpSpPr>
        <p:sp>
          <p:nvSpPr>
            <p:cNvPr id="3676" name="Lorem ipsum dolor sit amet, consectetur adipiscing elit, sed do eiusmod tempor incididunt ut labore donec dolore magna."/>
            <p:cNvSpPr txBox="1"/>
            <p:nvPr/>
          </p:nvSpPr>
          <p:spPr>
            <a:xfrm>
              <a:off x="3997183" y="8152978"/>
              <a:ext cx="7631717" cy="16908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Оценка настроения от 1 до 5 звезд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Ограничение по времени (раз в минуту)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История всех записей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Связь с погодными данными</a:t>
              </a:r>
            </a:p>
          </p:txBody>
        </p:sp>
        <p:sp>
          <p:nvSpPr>
            <p:cNvPr id="3677" name="Rounded Rectangle"/>
            <p:cNvSpPr/>
            <p:nvPr/>
          </p:nvSpPr>
          <p:spPr>
            <a:xfrm>
              <a:off x="2945766" y="7570191"/>
              <a:ext cx="784643" cy="784643"/>
            </a:xfrm>
            <a:prstGeom prst="roundRect">
              <a:avLst>
                <a:gd name="adj" fmla="val 30239"/>
              </a:avLst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3678" name="Type text here"/>
            <p:cNvSpPr txBox="1"/>
            <p:nvPr/>
          </p:nvSpPr>
          <p:spPr>
            <a:xfrm>
              <a:off x="3991248" y="7476746"/>
              <a:ext cx="5776004" cy="53361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2. Трекинг настроения</a:t>
              </a:r>
            </a:p>
          </p:txBody>
        </p:sp>
        <p:sp>
          <p:nvSpPr>
            <p:cNvPr id="3692" name="Graphic 44"/>
            <p:cNvSpPr/>
            <p:nvPr/>
          </p:nvSpPr>
          <p:spPr>
            <a:xfrm>
              <a:off x="3215534" y="7777759"/>
              <a:ext cx="267683" cy="3426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71" extrusionOk="0">
                  <a:moveTo>
                    <a:pt x="20304" y="11908"/>
                  </a:moveTo>
                  <a:cubicBezTo>
                    <a:pt x="19588" y="11908"/>
                    <a:pt x="19008" y="11464"/>
                    <a:pt x="19008" y="10916"/>
                  </a:cubicBezTo>
                  <a:lnTo>
                    <a:pt x="19008" y="8270"/>
                  </a:lnTo>
                  <a:cubicBezTo>
                    <a:pt x="19001" y="5185"/>
                    <a:pt x="16073" y="2560"/>
                    <a:pt x="12096" y="2071"/>
                  </a:cubicBezTo>
                  <a:lnTo>
                    <a:pt x="12096" y="992"/>
                  </a:lnTo>
                  <a:cubicBezTo>
                    <a:pt x="12096" y="444"/>
                    <a:pt x="11516" y="0"/>
                    <a:pt x="10800" y="0"/>
                  </a:cubicBezTo>
                  <a:cubicBezTo>
                    <a:pt x="10084" y="0"/>
                    <a:pt x="9504" y="444"/>
                    <a:pt x="9504" y="992"/>
                  </a:cubicBezTo>
                  <a:lnTo>
                    <a:pt x="9504" y="2071"/>
                  </a:lnTo>
                  <a:cubicBezTo>
                    <a:pt x="5527" y="2560"/>
                    <a:pt x="2599" y="5185"/>
                    <a:pt x="2592" y="8270"/>
                  </a:cubicBezTo>
                  <a:lnTo>
                    <a:pt x="2592" y="10916"/>
                  </a:lnTo>
                  <a:cubicBezTo>
                    <a:pt x="2592" y="11464"/>
                    <a:pt x="2012" y="11908"/>
                    <a:pt x="1296" y="11908"/>
                  </a:cubicBezTo>
                  <a:cubicBezTo>
                    <a:pt x="580" y="11908"/>
                    <a:pt x="0" y="12353"/>
                    <a:pt x="0" y="12901"/>
                  </a:cubicBezTo>
                  <a:lnTo>
                    <a:pt x="0" y="16870"/>
                  </a:lnTo>
                  <a:cubicBezTo>
                    <a:pt x="0" y="17418"/>
                    <a:pt x="580" y="17862"/>
                    <a:pt x="1296" y="17862"/>
                  </a:cubicBezTo>
                  <a:lnTo>
                    <a:pt x="5341" y="17862"/>
                  </a:lnTo>
                  <a:cubicBezTo>
                    <a:pt x="6054" y="20171"/>
                    <a:pt x="9075" y="21600"/>
                    <a:pt x="12090" y="21054"/>
                  </a:cubicBezTo>
                  <a:cubicBezTo>
                    <a:pt x="14157" y="20681"/>
                    <a:pt x="15770" y="19445"/>
                    <a:pt x="16259" y="17862"/>
                  </a:cubicBezTo>
                  <a:lnTo>
                    <a:pt x="20304" y="17862"/>
                  </a:lnTo>
                  <a:cubicBezTo>
                    <a:pt x="21020" y="17862"/>
                    <a:pt x="21600" y="17418"/>
                    <a:pt x="21600" y="16870"/>
                  </a:cubicBezTo>
                  <a:lnTo>
                    <a:pt x="21600" y="12901"/>
                  </a:lnTo>
                  <a:cubicBezTo>
                    <a:pt x="21600" y="12353"/>
                    <a:pt x="21020" y="11908"/>
                    <a:pt x="20304" y="11908"/>
                  </a:cubicBezTo>
                  <a:close/>
                  <a:moveTo>
                    <a:pt x="10800" y="19186"/>
                  </a:moveTo>
                  <a:cubicBezTo>
                    <a:pt x="9636" y="19182"/>
                    <a:pt x="8578" y="18668"/>
                    <a:pt x="8079" y="17862"/>
                  </a:cubicBezTo>
                  <a:lnTo>
                    <a:pt x="13522" y="17862"/>
                  </a:lnTo>
                  <a:cubicBezTo>
                    <a:pt x="13023" y="18668"/>
                    <a:pt x="11964" y="19183"/>
                    <a:pt x="10800" y="19186"/>
                  </a:cubicBezTo>
                  <a:close/>
                  <a:moveTo>
                    <a:pt x="19008" y="15878"/>
                  </a:moveTo>
                  <a:lnTo>
                    <a:pt x="2592" y="15878"/>
                  </a:lnTo>
                  <a:lnTo>
                    <a:pt x="2592" y="13723"/>
                  </a:lnTo>
                  <a:cubicBezTo>
                    <a:pt x="4144" y="13301"/>
                    <a:pt x="5182" y="12177"/>
                    <a:pt x="5184" y="10916"/>
                  </a:cubicBezTo>
                  <a:lnTo>
                    <a:pt x="5184" y="8270"/>
                  </a:lnTo>
                  <a:cubicBezTo>
                    <a:pt x="5184" y="5895"/>
                    <a:pt x="7698" y="3969"/>
                    <a:pt x="10800" y="3969"/>
                  </a:cubicBezTo>
                  <a:cubicBezTo>
                    <a:pt x="13902" y="3969"/>
                    <a:pt x="16416" y="5895"/>
                    <a:pt x="16416" y="8270"/>
                  </a:cubicBezTo>
                  <a:lnTo>
                    <a:pt x="16416" y="10916"/>
                  </a:lnTo>
                  <a:cubicBezTo>
                    <a:pt x="16418" y="12177"/>
                    <a:pt x="17456" y="13301"/>
                    <a:pt x="19008" y="13723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45718" rIns="45718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49D64E9-01D7-0143-AFAB-83DEEF5A62E0}"/>
              </a:ext>
            </a:extLst>
          </p:cNvPr>
          <p:cNvGrpSpPr/>
          <p:nvPr/>
        </p:nvGrpSpPr>
        <p:grpSpPr>
          <a:xfrm>
            <a:off x="13054967" y="7681524"/>
            <a:ext cx="8683134" cy="2367082"/>
            <a:chOff x="13054965" y="7476746"/>
            <a:chExt cx="8683134" cy="2367083"/>
          </a:xfrm>
        </p:grpSpPr>
        <p:sp>
          <p:nvSpPr>
            <p:cNvPr id="3685" name="Lorem ipsum dolor sit amet, consectetur adipiscing elit, sed do eiusmod tempor incididunt ut labore donec dolore magna."/>
            <p:cNvSpPr txBox="1"/>
            <p:nvPr/>
          </p:nvSpPr>
          <p:spPr>
            <a:xfrm>
              <a:off x="14106382" y="8152978"/>
              <a:ext cx="7631717" cy="16908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Вход по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endParaRPr lang="ru-RU" sz="220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Синхронизация между устройствами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Анонимный режим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Автоматическое резервное копирование</a:t>
              </a:r>
            </a:p>
          </p:txBody>
        </p:sp>
        <p:sp>
          <p:nvSpPr>
            <p:cNvPr id="3686" name="Rounded Rectangle"/>
            <p:cNvSpPr/>
            <p:nvPr/>
          </p:nvSpPr>
          <p:spPr>
            <a:xfrm>
              <a:off x="13054965" y="7570191"/>
              <a:ext cx="784643" cy="784643"/>
            </a:xfrm>
            <a:prstGeom prst="roundRect">
              <a:avLst>
                <a:gd name="adj" fmla="val 30239"/>
              </a:avLst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3687" name="Type text here"/>
            <p:cNvSpPr txBox="1"/>
            <p:nvPr/>
          </p:nvSpPr>
          <p:spPr>
            <a:xfrm>
              <a:off x="14100446" y="7476746"/>
              <a:ext cx="5776003" cy="53361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5. Облачная синхронизация</a:t>
              </a:r>
            </a:p>
          </p:txBody>
        </p:sp>
        <p:sp>
          <p:nvSpPr>
            <p:cNvPr id="3693" name="Graphic 60"/>
            <p:cNvSpPr/>
            <p:nvPr/>
          </p:nvSpPr>
          <p:spPr>
            <a:xfrm>
              <a:off x="13304741" y="7785015"/>
              <a:ext cx="302960" cy="341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01" h="21109" extrusionOk="0">
                  <a:moveTo>
                    <a:pt x="7227" y="21109"/>
                  </a:moveTo>
                  <a:cubicBezTo>
                    <a:pt x="3240" y="21113"/>
                    <a:pt x="5" y="18249"/>
                    <a:pt x="0" y="14713"/>
                  </a:cubicBezTo>
                  <a:cubicBezTo>
                    <a:pt x="-2" y="13010"/>
                    <a:pt x="761" y="11376"/>
                    <a:pt x="2120" y="10173"/>
                  </a:cubicBezTo>
                  <a:lnTo>
                    <a:pt x="12099" y="1320"/>
                  </a:lnTo>
                  <a:cubicBezTo>
                    <a:pt x="14213" y="-487"/>
                    <a:pt x="17577" y="-432"/>
                    <a:pt x="19614" y="1443"/>
                  </a:cubicBezTo>
                  <a:cubicBezTo>
                    <a:pt x="21598" y="3269"/>
                    <a:pt x="21597" y="6161"/>
                    <a:pt x="19612" y="7987"/>
                  </a:cubicBezTo>
                  <a:lnTo>
                    <a:pt x="12330" y="14448"/>
                  </a:lnTo>
                  <a:cubicBezTo>
                    <a:pt x="10999" y="15628"/>
                    <a:pt x="8841" y="15628"/>
                    <a:pt x="7511" y="14448"/>
                  </a:cubicBezTo>
                  <a:cubicBezTo>
                    <a:pt x="6180" y="13267"/>
                    <a:pt x="6180" y="11353"/>
                    <a:pt x="7511" y="10173"/>
                  </a:cubicBezTo>
                  <a:lnTo>
                    <a:pt x="12906" y="5387"/>
                  </a:lnTo>
                  <a:cubicBezTo>
                    <a:pt x="13335" y="4993"/>
                    <a:pt x="14043" y="4982"/>
                    <a:pt x="14487" y="5363"/>
                  </a:cubicBezTo>
                  <a:cubicBezTo>
                    <a:pt x="14932" y="5743"/>
                    <a:pt x="14944" y="6372"/>
                    <a:pt x="14515" y="6766"/>
                  </a:cubicBezTo>
                  <a:cubicBezTo>
                    <a:pt x="14506" y="6774"/>
                    <a:pt x="14497" y="6782"/>
                    <a:pt x="14487" y="6790"/>
                  </a:cubicBezTo>
                  <a:lnTo>
                    <a:pt x="9097" y="11576"/>
                  </a:lnTo>
                  <a:cubicBezTo>
                    <a:pt x="8640" y="11981"/>
                    <a:pt x="8640" y="12639"/>
                    <a:pt x="9097" y="13044"/>
                  </a:cubicBezTo>
                  <a:cubicBezTo>
                    <a:pt x="9554" y="13450"/>
                    <a:pt x="10295" y="13450"/>
                    <a:pt x="10752" y="13045"/>
                  </a:cubicBezTo>
                  <a:lnTo>
                    <a:pt x="18034" y="6584"/>
                  </a:lnTo>
                  <a:cubicBezTo>
                    <a:pt x="19221" y="5504"/>
                    <a:pt x="19197" y="3776"/>
                    <a:pt x="17980" y="2723"/>
                  </a:cubicBezTo>
                  <a:cubicBezTo>
                    <a:pt x="16784" y="1689"/>
                    <a:pt x="14877" y="1689"/>
                    <a:pt x="13682" y="2723"/>
                  </a:cubicBezTo>
                  <a:lnTo>
                    <a:pt x="3702" y="11576"/>
                  </a:lnTo>
                  <a:cubicBezTo>
                    <a:pt x="1764" y="13311"/>
                    <a:pt x="1779" y="16110"/>
                    <a:pt x="3735" y="17829"/>
                  </a:cubicBezTo>
                  <a:cubicBezTo>
                    <a:pt x="5677" y="19537"/>
                    <a:pt x="8808" y="19537"/>
                    <a:pt x="10751" y="17830"/>
                  </a:cubicBezTo>
                  <a:lnTo>
                    <a:pt x="18843" y="10651"/>
                  </a:lnTo>
                  <a:cubicBezTo>
                    <a:pt x="19272" y="10257"/>
                    <a:pt x="19980" y="10246"/>
                    <a:pt x="20424" y="10627"/>
                  </a:cubicBezTo>
                  <a:cubicBezTo>
                    <a:pt x="20869" y="11007"/>
                    <a:pt x="20881" y="11636"/>
                    <a:pt x="20452" y="12030"/>
                  </a:cubicBezTo>
                  <a:cubicBezTo>
                    <a:pt x="20443" y="12038"/>
                    <a:pt x="20434" y="12046"/>
                    <a:pt x="20424" y="12054"/>
                  </a:cubicBezTo>
                  <a:lnTo>
                    <a:pt x="12333" y="19233"/>
                  </a:lnTo>
                  <a:cubicBezTo>
                    <a:pt x="10980" y="20436"/>
                    <a:pt x="9142" y="21111"/>
                    <a:pt x="7227" y="21109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45718" rIns="45718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0B52289-91D3-4540-9752-CCD2235104DF}"/>
              </a:ext>
            </a:extLst>
          </p:cNvPr>
          <p:cNvGrpSpPr/>
          <p:nvPr/>
        </p:nvGrpSpPr>
        <p:grpSpPr>
          <a:xfrm>
            <a:off x="1427164" y="10483282"/>
            <a:ext cx="9066666" cy="2367081"/>
            <a:chOff x="2945766" y="9296247"/>
            <a:chExt cx="9066666" cy="2367083"/>
          </a:xfrm>
        </p:grpSpPr>
        <p:sp>
          <p:nvSpPr>
            <p:cNvPr id="3679" name="Lorem ipsum dolor sit amet, consectetur adipiscing elit, sed do eiusmod tempor incididunt ut labore donec dolore magna."/>
            <p:cNvSpPr txBox="1"/>
            <p:nvPr/>
          </p:nvSpPr>
          <p:spPr>
            <a:xfrm>
              <a:off x="3997183" y="9972479"/>
              <a:ext cx="8015249" cy="16908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График настроений по дням и месяцам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Анализ влияния погоды на настроение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Статистика по дням недели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Автоматические выводы</a:t>
              </a:r>
            </a:p>
          </p:txBody>
        </p:sp>
        <p:sp>
          <p:nvSpPr>
            <p:cNvPr id="3680" name="Rounded Rectangle"/>
            <p:cNvSpPr/>
            <p:nvPr/>
          </p:nvSpPr>
          <p:spPr>
            <a:xfrm>
              <a:off x="2945766" y="9389691"/>
              <a:ext cx="784643" cy="784644"/>
            </a:xfrm>
            <a:prstGeom prst="roundRect">
              <a:avLst>
                <a:gd name="adj" fmla="val 30239"/>
              </a:avLst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3681" name="Type text here"/>
            <p:cNvSpPr txBox="1"/>
            <p:nvPr/>
          </p:nvSpPr>
          <p:spPr>
            <a:xfrm>
              <a:off x="3991248" y="9296247"/>
              <a:ext cx="5261654" cy="53361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3. Аналитика и графики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E451590-54EF-C64D-B995-EA47CC8D1FEF}"/>
              </a:ext>
            </a:extLst>
          </p:cNvPr>
          <p:cNvGrpSpPr/>
          <p:nvPr/>
        </p:nvGrpSpPr>
        <p:grpSpPr>
          <a:xfrm>
            <a:off x="13054967" y="4871725"/>
            <a:ext cx="8683134" cy="2367082"/>
            <a:chOff x="13054965" y="5657246"/>
            <a:chExt cx="8683134" cy="2367083"/>
          </a:xfrm>
        </p:grpSpPr>
        <p:sp>
          <p:nvSpPr>
            <p:cNvPr id="3682" name="Lorem ipsum dolor sit amet, consectetur adipiscing elit, sed do eiusmod tempor incididunt ut labore donec dolore magna."/>
            <p:cNvSpPr txBox="1"/>
            <p:nvPr/>
          </p:nvSpPr>
          <p:spPr>
            <a:xfrm>
              <a:off x="14106382" y="6333478"/>
              <a:ext cx="7631717" cy="16908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Советы по одежде (15+ сценариев)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Эко-советы (20+ сценариев)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Учет ощущаемой температуры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Умные рекомендации</a:t>
              </a:r>
            </a:p>
          </p:txBody>
        </p:sp>
        <p:sp>
          <p:nvSpPr>
            <p:cNvPr id="3683" name="Rounded Rectangle"/>
            <p:cNvSpPr/>
            <p:nvPr/>
          </p:nvSpPr>
          <p:spPr>
            <a:xfrm>
              <a:off x="13054965" y="5750691"/>
              <a:ext cx="784643" cy="784643"/>
            </a:xfrm>
            <a:prstGeom prst="roundRect">
              <a:avLst>
                <a:gd name="adj" fmla="val 30239"/>
              </a:avLst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3684" name="Type text here"/>
            <p:cNvSpPr txBox="1"/>
            <p:nvPr/>
          </p:nvSpPr>
          <p:spPr>
            <a:xfrm>
              <a:off x="14100447" y="5657246"/>
              <a:ext cx="5025751" cy="53361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4. Персональные советы</a:t>
              </a:r>
            </a:p>
          </p:txBody>
        </p:sp>
        <p:sp>
          <p:nvSpPr>
            <p:cNvPr id="3695" name="Graphic 110"/>
            <p:cNvSpPr/>
            <p:nvPr/>
          </p:nvSpPr>
          <p:spPr>
            <a:xfrm>
              <a:off x="13295359" y="5960659"/>
              <a:ext cx="345764" cy="3304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6" h="21307" extrusionOk="0">
                  <a:moveTo>
                    <a:pt x="16691" y="21307"/>
                  </a:moveTo>
                  <a:cubicBezTo>
                    <a:pt x="16549" y="21308"/>
                    <a:pt x="16409" y="21276"/>
                    <a:pt x="16280" y="21215"/>
                  </a:cubicBezTo>
                  <a:lnTo>
                    <a:pt x="10699" y="18602"/>
                  </a:lnTo>
                  <a:lnTo>
                    <a:pt x="5118" y="21215"/>
                  </a:lnTo>
                  <a:cubicBezTo>
                    <a:pt x="4612" y="21452"/>
                    <a:pt x="4019" y="21217"/>
                    <a:pt x="3792" y="20690"/>
                  </a:cubicBezTo>
                  <a:cubicBezTo>
                    <a:pt x="3719" y="20521"/>
                    <a:pt x="3690" y="20334"/>
                    <a:pt x="3710" y="20149"/>
                  </a:cubicBezTo>
                  <a:lnTo>
                    <a:pt x="4370" y="13808"/>
                  </a:lnTo>
                  <a:lnTo>
                    <a:pt x="261" y="9086"/>
                  </a:lnTo>
                  <a:cubicBezTo>
                    <a:pt x="-112" y="8659"/>
                    <a:pt x="-82" y="7998"/>
                    <a:pt x="328" y="7610"/>
                  </a:cubicBezTo>
                  <a:cubicBezTo>
                    <a:pt x="460" y="7485"/>
                    <a:pt x="621" y="7399"/>
                    <a:pt x="796" y="7360"/>
                  </a:cubicBezTo>
                  <a:lnTo>
                    <a:pt x="6787" y="6054"/>
                  </a:lnTo>
                  <a:lnTo>
                    <a:pt x="9830" y="524"/>
                  </a:lnTo>
                  <a:cubicBezTo>
                    <a:pt x="10106" y="24"/>
                    <a:pt x="10719" y="-148"/>
                    <a:pt x="11199" y="140"/>
                  </a:cubicBezTo>
                  <a:cubicBezTo>
                    <a:pt x="11352" y="232"/>
                    <a:pt x="11480" y="365"/>
                    <a:pt x="11568" y="524"/>
                  </a:cubicBezTo>
                  <a:lnTo>
                    <a:pt x="14610" y="6054"/>
                  </a:lnTo>
                  <a:lnTo>
                    <a:pt x="20599" y="7357"/>
                  </a:lnTo>
                  <a:cubicBezTo>
                    <a:pt x="21141" y="7476"/>
                    <a:pt x="21488" y="8030"/>
                    <a:pt x="21374" y="8595"/>
                  </a:cubicBezTo>
                  <a:cubicBezTo>
                    <a:pt x="21337" y="8777"/>
                    <a:pt x="21254" y="8945"/>
                    <a:pt x="21134" y="9083"/>
                  </a:cubicBezTo>
                  <a:lnTo>
                    <a:pt x="17025" y="13807"/>
                  </a:lnTo>
                  <a:lnTo>
                    <a:pt x="17685" y="20148"/>
                  </a:lnTo>
                  <a:cubicBezTo>
                    <a:pt x="17745" y="20722"/>
                    <a:pt x="17347" y="21238"/>
                    <a:pt x="16797" y="21300"/>
                  </a:cubicBezTo>
                  <a:cubicBezTo>
                    <a:pt x="16760" y="21304"/>
                    <a:pt x="16724" y="21306"/>
                    <a:pt x="16688" y="21306"/>
                  </a:cubicBezTo>
                  <a:close/>
                  <a:moveTo>
                    <a:pt x="10699" y="16411"/>
                  </a:moveTo>
                  <a:cubicBezTo>
                    <a:pt x="10841" y="16411"/>
                    <a:pt x="10981" y="16443"/>
                    <a:pt x="11110" y="16503"/>
                  </a:cubicBezTo>
                  <a:lnTo>
                    <a:pt x="15504" y="18561"/>
                  </a:lnTo>
                  <a:lnTo>
                    <a:pt x="14985" y="13570"/>
                  </a:lnTo>
                  <a:cubicBezTo>
                    <a:pt x="14953" y="13273"/>
                    <a:pt x="15046" y="12976"/>
                    <a:pt x="15239" y="12754"/>
                  </a:cubicBezTo>
                  <a:lnTo>
                    <a:pt x="18475" y="9034"/>
                  </a:lnTo>
                  <a:lnTo>
                    <a:pt x="13758" y="8005"/>
                  </a:lnTo>
                  <a:cubicBezTo>
                    <a:pt x="13476" y="7945"/>
                    <a:pt x="13233" y="7761"/>
                    <a:pt x="13090" y="7500"/>
                  </a:cubicBezTo>
                  <a:lnTo>
                    <a:pt x="10699" y="3147"/>
                  </a:lnTo>
                  <a:lnTo>
                    <a:pt x="8304" y="7503"/>
                  </a:lnTo>
                  <a:cubicBezTo>
                    <a:pt x="8161" y="7764"/>
                    <a:pt x="7918" y="7947"/>
                    <a:pt x="7636" y="8008"/>
                  </a:cubicBezTo>
                  <a:lnTo>
                    <a:pt x="2923" y="9034"/>
                  </a:lnTo>
                  <a:lnTo>
                    <a:pt x="6159" y="12754"/>
                  </a:lnTo>
                  <a:cubicBezTo>
                    <a:pt x="6352" y="12976"/>
                    <a:pt x="6444" y="13273"/>
                    <a:pt x="6413" y="13570"/>
                  </a:cubicBezTo>
                  <a:lnTo>
                    <a:pt x="5893" y="18561"/>
                  </a:lnTo>
                  <a:lnTo>
                    <a:pt x="10288" y="16506"/>
                  </a:lnTo>
                  <a:cubicBezTo>
                    <a:pt x="10417" y="16445"/>
                    <a:pt x="10557" y="16412"/>
                    <a:pt x="10699" y="16411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45718" rIns="45718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</p:grpSp>
      <p:sp>
        <p:nvSpPr>
          <p:cNvPr id="37" name="Rectangle">
            <a:extLst>
              <a:ext uri="{FF2B5EF4-FFF2-40B4-BE49-F238E27FC236}">
                <a16:creationId xmlns:a16="http://schemas.microsoft.com/office/drawing/2014/main" id="{0F698B03-6A89-47A0-83BA-185B67CB42A5}"/>
              </a:ext>
            </a:extLst>
          </p:cNvPr>
          <p:cNvSpPr/>
          <p:nvPr/>
        </p:nvSpPr>
        <p:spPr>
          <a:xfrm>
            <a:off x="1427163" y="2577132"/>
            <a:ext cx="3017521" cy="143978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dirty="0">
              <a:solidFill>
                <a:schemeClr val="accent2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8" name="Subtitle Text">
            <a:extLst>
              <a:ext uri="{FF2B5EF4-FFF2-40B4-BE49-F238E27FC236}">
                <a16:creationId xmlns:a16="http://schemas.microsoft.com/office/drawing/2014/main" id="{D4342632-F108-497D-8D34-84F77C2A331C}"/>
              </a:ext>
            </a:extLst>
          </p:cNvPr>
          <p:cNvSpPr/>
          <p:nvPr/>
        </p:nvSpPr>
        <p:spPr>
          <a:xfrm>
            <a:off x="1427164" y="2266950"/>
            <a:ext cx="3322710" cy="3375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lnSpc>
                <a:spcPct val="120000"/>
              </a:lnSpc>
              <a:defRPr sz="1400" cap="all" spc="1120">
                <a:solidFill>
                  <a:srgbClr val="2424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140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WeatherMood</a:t>
            </a:r>
            <a:endParaRPr lang="ru-RU" sz="140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Graphic 194">
            <a:extLst>
              <a:ext uri="{FF2B5EF4-FFF2-40B4-BE49-F238E27FC236}">
                <a16:creationId xmlns:a16="http://schemas.microsoft.com/office/drawing/2014/main" id="{C2CBDD2B-8772-8B4B-4540-D6A6E0C99A40}"/>
              </a:ext>
            </a:extLst>
          </p:cNvPr>
          <p:cNvSpPr/>
          <p:nvPr/>
        </p:nvSpPr>
        <p:spPr>
          <a:xfrm>
            <a:off x="1696573" y="5186174"/>
            <a:ext cx="242479" cy="3426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7" h="21600" extrusionOk="0">
                <a:moveTo>
                  <a:pt x="7768" y="21600"/>
                </a:moveTo>
                <a:cubicBezTo>
                  <a:pt x="6978" y="21600"/>
                  <a:pt x="6338" y="21146"/>
                  <a:pt x="6338" y="20587"/>
                </a:cubicBezTo>
                <a:cubicBezTo>
                  <a:pt x="6339" y="20511"/>
                  <a:pt x="6351" y="20434"/>
                  <a:pt x="6375" y="20360"/>
                </a:cubicBezTo>
                <a:lnTo>
                  <a:pt x="8834" y="12825"/>
                </a:lnTo>
                <a:lnTo>
                  <a:pt x="1426" y="12825"/>
                </a:lnTo>
                <a:cubicBezTo>
                  <a:pt x="636" y="12823"/>
                  <a:pt x="-2" y="12368"/>
                  <a:pt x="1" y="11809"/>
                </a:cubicBezTo>
                <a:cubicBezTo>
                  <a:pt x="1" y="11689"/>
                  <a:pt x="32" y="11570"/>
                  <a:pt x="91" y="11457"/>
                </a:cubicBezTo>
                <a:lnTo>
                  <a:pt x="5813" y="658"/>
                </a:lnTo>
                <a:cubicBezTo>
                  <a:pt x="6022" y="263"/>
                  <a:pt x="6554" y="2"/>
                  <a:pt x="7148" y="0"/>
                </a:cubicBezTo>
                <a:lnTo>
                  <a:pt x="17274" y="0"/>
                </a:lnTo>
                <a:cubicBezTo>
                  <a:pt x="18064" y="0"/>
                  <a:pt x="18704" y="453"/>
                  <a:pt x="18705" y="1012"/>
                </a:cubicBezTo>
                <a:cubicBezTo>
                  <a:pt x="18705" y="1157"/>
                  <a:pt x="18661" y="1300"/>
                  <a:pt x="18576" y="1432"/>
                </a:cubicBezTo>
                <a:lnTo>
                  <a:pt x="14727" y="7425"/>
                </a:lnTo>
                <a:lnTo>
                  <a:pt x="20163" y="7425"/>
                </a:lnTo>
                <a:cubicBezTo>
                  <a:pt x="20953" y="7424"/>
                  <a:pt x="21595" y="7876"/>
                  <a:pt x="21597" y="8435"/>
                </a:cubicBezTo>
                <a:cubicBezTo>
                  <a:pt x="21598" y="8649"/>
                  <a:pt x="21503" y="8857"/>
                  <a:pt x="21327" y="9030"/>
                </a:cubicBezTo>
                <a:lnTo>
                  <a:pt x="8929" y="21180"/>
                </a:lnTo>
                <a:cubicBezTo>
                  <a:pt x="8660" y="21444"/>
                  <a:pt x="8228" y="21600"/>
                  <a:pt x="7768" y="21600"/>
                </a:cubicBezTo>
                <a:close/>
                <a:moveTo>
                  <a:pt x="3493" y="10800"/>
                </a:moveTo>
                <a:lnTo>
                  <a:pt x="10631" y="10800"/>
                </a:lnTo>
                <a:cubicBezTo>
                  <a:pt x="11421" y="10800"/>
                  <a:pt x="12062" y="11253"/>
                  <a:pt x="12062" y="11812"/>
                </a:cubicBezTo>
                <a:cubicBezTo>
                  <a:pt x="12062" y="11889"/>
                  <a:pt x="12050" y="11965"/>
                  <a:pt x="12026" y="12040"/>
                </a:cubicBezTo>
                <a:lnTo>
                  <a:pt x="10755" y="15930"/>
                </a:lnTo>
                <a:lnTo>
                  <a:pt x="17369" y="9450"/>
                </a:lnTo>
                <a:lnTo>
                  <a:pt x="12505" y="9450"/>
                </a:lnTo>
                <a:cubicBezTo>
                  <a:pt x="11715" y="9450"/>
                  <a:pt x="11074" y="8997"/>
                  <a:pt x="11074" y="8438"/>
                </a:cubicBezTo>
                <a:cubicBezTo>
                  <a:pt x="11074" y="8293"/>
                  <a:pt x="11118" y="8150"/>
                  <a:pt x="11202" y="8018"/>
                </a:cubicBezTo>
                <a:lnTo>
                  <a:pt x="15052" y="2025"/>
                </a:lnTo>
                <a:lnTo>
                  <a:pt x="8140" y="2025"/>
                </a:lnTo>
                <a:close/>
              </a:path>
            </a:pathLst>
          </a:custGeom>
          <a:solidFill>
            <a:schemeClr val="bg2"/>
          </a:solidFill>
          <a:ln w="12700">
            <a:miter lim="400000"/>
          </a:ln>
        </p:spPr>
        <p:txBody>
          <a:bodyPr lIns="45718" rIns="45718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9" name="Graphic 192"/>
          <p:cNvSpPr/>
          <p:nvPr/>
        </p:nvSpPr>
        <p:spPr>
          <a:xfrm>
            <a:off x="1666490" y="10792020"/>
            <a:ext cx="328566" cy="3391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68" extrusionOk="0">
                <a:moveTo>
                  <a:pt x="2090" y="7044"/>
                </a:moveTo>
                <a:cubicBezTo>
                  <a:pt x="2090" y="7600"/>
                  <a:pt x="1622" y="8050"/>
                  <a:pt x="1045" y="8050"/>
                </a:cubicBezTo>
                <a:cubicBezTo>
                  <a:pt x="468" y="8050"/>
                  <a:pt x="0" y="7600"/>
                  <a:pt x="0" y="7044"/>
                </a:cubicBezTo>
                <a:cubicBezTo>
                  <a:pt x="0" y="6488"/>
                  <a:pt x="468" y="6038"/>
                  <a:pt x="1045" y="6038"/>
                </a:cubicBezTo>
                <a:cubicBezTo>
                  <a:pt x="1622" y="6038"/>
                  <a:pt x="2090" y="6488"/>
                  <a:pt x="2090" y="7044"/>
                </a:cubicBezTo>
                <a:close/>
                <a:moveTo>
                  <a:pt x="1742" y="671"/>
                </a:moveTo>
                <a:cubicBezTo>
                  <a:pt x="1165" y="671"/>
                  <a:pt x="697" y="1121"/>
                  <a:pt x="697" y="1677"/>
                </a:cubicBezTo>
                <a:cubicBezTo>
                  <a:pt x="697" y="2233"/>
                  <a:pt x="1165" y="2683"/>
                  <a:pt x="1742" y="2683"/>
                </a:cubicBezTo>
                <a:cubicBezTo>
                  <a:pt x="2319" y="2683"/>
                  <a:pt x="2787" y="2233"/>
                  <a:pt x="2787" y="1677"/>
                </a:cubicBezTo>
                <a:cubicBezTo>
                  <a:pt x="2787" y="1121"/>
                  <a:pt x="2319" y="671"/>
                  <a:pt x="1742" y="671"/>
                </a:cubicBezTo>
                <a:close/>
                <a:moveTo>
                  <a:pt x="1742" y="11405"/>
                </a:moveTo>
                <a:cubicBezTo>
                  <a:pt x="1165" y="11405"/>
                  <a:pt x="697" y="11855"/>
                  <a:pt x="697" y="12411"/>
                </a:cubicBezTo>
                <a:cubicBezTo>
                  <a:pt x="697" y="12967"/>
                  <a:pt x="1165" y="13417"/>
                  <a:pt x="1742" y="13417"/>
                </a:cubicBezTo>
                <a:cubicBezTo>
                  <a:pt x="2319" y="13417"/>
                  <a:pt x="2787" y="12967"/>
                  <a:pt x="2787" y="12411"/>
                </a:cubicBezTo>
                <a:cubicBezTo>
                  <a:pt x="2787" y="11855"/>
                  <a:pt x="2319" y="11405"/>
                  <a:pt x="1742" y="11405"/>
                </a:cubicBezTo>
                <a:close/>
                <a:moveTo>
                  <a:pt x="19858" y="671"/>
                </a:moveTo>
                <a:cubicBezTo>
                  <a:pt x="19281" y="671"/>
                  <a:pt x="18813" y="1121"/>
                  <a:pt x="18813" y="1677"/>
                </a:cubicBezTo>
                <a:cubicBezTo>
                  <a:pt x="18813" y="2233"/>
                  <a:pt x="19281" y="2683"/>
                  <a:pt x="19858" y="2683"/>
                </a:cubicBezTo>
                <a:cubicBezTo>
                  <a:pt x="20435" y="2683"/>
                  <a:pt x="20903" y="2233"/>
                  <a:pt x="20903" y="1677"/>
                </a:cubicBezTo>
                <a:cubicBezTo>
                  <a:pt x="20903" y="1121"/>
                  <a:pt x="20435" y="671"/>
                  <a:pt x="19858" y="671"/>
                </a:cubicBezTo>
                <a:close/>
                <a:moveTo>
                  <a:pt x="19858" y="11405"/>
                </a:moveTo>
                <a:cubicBezTo>
                  <a:pt x="19281" y="11405"/>
                  <a:pt x="18813" y="11855"/>
                  <a:pt x="18813" y="12411"/>
                </a:cubicBezTo>
                <a:cubicBezTo>
                  <a:pt x="18813" y="12967"/>
                  <a:pt x="19281" y="13417"/>
                  <a:pt x="19858" y="13417"/>
                </a:cubicBezTo>
                <a:cubicBezTo>
                  <a:pt x="20435" y="13417"/>
                  <a:pt x="20903" y="12967"/>
                  <a:pt x="20903" y="12411"/>
                </a:cubicBezTo>
                <a:cubicBezTo>
                  <a:pt x="20903" y="11855"/>
                  <a:pt x="20435" y="11405"/>
                  <a:pt x="19858" y="11405"/>
                </a:cubicBezTo>
                <a:close/>
                <a:moveTo>
                  <a:pt x="20555" y="6038"/>
                </a:moveTo>
                <a:cubicBezTo>
                  <a:pt x="19978" y="6038"/>
                  <a:pt x="19510" y="6488"/>
                  <a:pt x="19510" y="7044"/>
                </a:cubicBezTo>
                <a:cubicBezTo>
                  <a:pt x="19510" y="7600"/>
                  <a:pt x="19978" y="8050"/>
                  <a:pt x="20555" y="8050"/>
                </a:cubicBezTo>
                <a:cubicBezTo>
                  <a:pt x="21132" y="8050"/>
                  <a:pt x="21600" y="7600"/>
                  <a:pt x="21600" y="7044"/>
                </a:cubicBezTo>
                <a:cubicBezTo>
                  <a:pt x="21600" y="6488"/>
                  <a:pt x="21132" y="6038"/>
                  <a:pt x="20555" y="6038"/>
                </a:cubicBezTo>
                <a:close/>
                <a:moveTo>
                  <a:pt x="16578" y="11364"/>
                </a:moveTo>
                <a:cubicBezTo>
                  <a:pt x="15938" y="12186"/>
                  <a:pt x="15532" y="13155"/>
                  <a:pt x="15402" y="14175"/>
                </a:cubicBezTo>
                <a:cubicBezTo>
                  <a:pt x="15929" y="14396"/>
                  <a:pt x="16170" y="14986"/>
                  <a:pt x="15941" y="15494"/>
                </a:cubicBezTo>
                <a:cubicBezTo>
                  <a:pt x="15825" y="15749"/>
                  <a:pt x="15605" y="15947"/>
                  <a:pt x="15332" y="16039"/>
                </a:cubicBezTo>
                <a:lnTo>
                  <a:pt x="15332" y="18427"/>
                </a:lnTo>
                <a:cubicBezTo>
                  <a:pt x="15335" y="19257"/>
                  <a:pt x="14810" y="20005"/>
                  <a:pt x="14008" y="20311"/>
                </a:cubicBezTo>
                <a:lnTo>
                  <a:pt x="11192" y="21396"/>
                </a:lnTo>
                <a:cubicBezTo>
                  <a:pt x="10943" y="21492"/>
                  <a:pt x="10665" y="21492"/>
                  <a:pt x="10416" y="21396"/>
                </a:cubicBezTo>
                <a:lnTo>
                  <a:pt x="7595" y="20311"/>
                </a:lnTo>
                <a:cubicBezTo>
                  <a:pt x="6793" y="20005"/>
                  <a:pt x="6268" y="19257"/>
                  <a:pt x="6271" y="18427"/>
                </a:cubicBezTo>
                <a:lnTo>
                  <a:pt x="6271" y="16039"/>
                </a:lnTo>
                <a:cubicBezTo>
                  <a:pt x="5728" y="15856"/>
                  <a:pt x="5442" y="15284"/>
                  <a:pt x="5632" y="14762"/>
                </a:cubicBezTo>
                <a:cubicBezTo>
                  <a:pt x="5728" y="14500"/>
                  <a:pt x="5932" y="14287"/>
                  <a:pt x="6196" y="14175"/>
                </a:cubicBezTo>
                <a:cubicBezTo>
                  <a:pt x="6062" y="13153"/>
                  <a:pt x="5654" y="12182"/>
                  <a:pt x="5012" y="11358"/>
                </a:cubicBezTo>
                <a:cubicBezTo>
                  <a:pt x="4003" y="10113"/>
                  <a:pt x="3463" y="8576"/>
                  <a:pt x="3479" y="6997"/>
                </a:cubicBezTo>
                <a:cubicBezTo>
                  <a:pt x="3535" y="3213"/>
                  <a:pt x="6663" y="137"/>
                  <a:pt x="10591" y="3"/>
                </a:cubicBezTo>
                <a:cubicBezTo>
                  <a:pt x="14630" y="-108"/>
                  <a:pt x="17998" y="2954"/>
                  <a:pt x="18113" y="6843"/>
                </a:cubicBezTo>
                <a:cubicBezTo>
                  <a:pt x="18115" y="6910"/>
                  <a:pt x="18116" y="6977"/>
                  <a:pt x="18116" y="7044"/>
                </a:cubicBezTo>
                <a:cubicBezTo>
                  <a:pt x="18121" y="8609"/>
                  <a:pt x="17579" y="10131"/>
                  <a:pt x="16578" y="11364"/>
                </a:cubicBezTo>
                <a:close/>
                <a:moveTo>
                  <a:pt x="13228" y="18443"/>
                </a:moveTo>
                <a:lnTo>
                  <a:pt x="13239" y="16101"/>
                </a:lnTo>
                <a:lnTo>
                  <a:pt x="8361" y="16101"/>
                </a:lnTo>
                <a:lnTo>
                  <a:pt x="8361" y="18427"/>
                </a:lnTo>
                <a:lnTo>
                  <a:pt x="10800" y="19377"/>
                </a:lnTo>
                <a:close/>
                <a:moveTo>
                  <a:pt x="16026" y="7044"/>
                </a:moveTo>
                <a:cubicBezTo>
                  <a:pt x="16026" y="4265"/>
                  <a:pt x="13686" y="2012"/>
                  <a:pt x="10800" y="2012"/>
                </a:cubicBezTo>
                <a:lnTo>
                  <a:pt x="10650" y="2012"/>
                </a:lnTo>
                <a:cubicBezTo>
                  <a:pt x="7847" y="2110"/>
                  <a:pt x="5615" y="4306"/>
                  <a:pt x="5574" y="7006"/>
                </a:cubicBezTo>
                <a:cubicBezTo>
                  <a:pt x="5562" y="8134"/>
                  <a:pt x="5946" y="9232"/>
                  <a:pt x="6666" y="10122"/>
                </a:cubicBezTo>
                <a:cubicBezTo>
                  <a:pt x="7569" y="11279"/>
                  <a:pt x="8129" y="12649"/>
                  <a:pt x="8287" y="14088"/>
                </a:cubicBezTo>
                <a:lnTo>
                  <a:pt x="13308" y="14088"/>
                </a:lnTo>
                <a:cubicBezTo>
                  <a:pt x="13464" y="12652"/>
                  <a:pt x="14023" y="11283"/>
                  <a:pt x="14926" y="10130"/>
                </a:cubicBezTo>
                <a:cubicBezTo>
                  <a:pt x="15642" y="9249"/>
                  <a:pt x="16029" y="8162"/>
                  <a:pt x="16026" y="7044"/>
                </a:cubicBezTo>
                <a:close/>
                <a:moveTo>
                  <a:pt x="9755" y="7044"/>
                </a:moveTo>
                <a:cubicBezTo>
                  <a:pt x="9755" y="6488"/>
                  <a:pt x="10223" y="6038"/>
                  <a:pt x="10800" y="6038"/>
                </a:cubicBezTo>
                <a:cubicBezTo>
                  <a:pt x="11377" y="6038"/>
                  <a:pt x="11845" y="5587"/>
                  <a:pt x="11845" y="5031"/>
                </a:cubicBezTo>
                <a:cubicBezTo>
                  <a:pt x="11845" y="4476"/>
                  <a:pt x="11377" y="4025"/>
                  <a:pt x="10800" y="4025"/>
                </a:cubicBezTo>
                <a:cubicBezTo>
                  <a:pt x="9069" y="4027"/>
                  <a:pt x="7666" y="5377"/>
                  <a:pt x="7665" y="7044"/>
                </a:cubicBezTo>
                <a:cubicBezTo>
                  <a:pt x="7665" y="7600"/>
                  <a:pt x="8132" y="8050"/>
                  <a:pt x="8710" y="8050"/>
                </a:cubicBezTo>
                <a:cubicBezTo>
                  <a:pt x="9287" y="8050"/>
                  <a:pt x="9755" y="7600"/>
                  <a:pt x="9755" y="7044"/>
                </a:cubicBezTo>
                <a:close/>
              </a:path>
            </a:pathLst>
          </a:custGeom>
          <a:solidFill>
            <a:schemeClr val="bg2"/>
          </a:solidFill>
          <a:ln w="12700" cap="flat">
            <a:noFill/>
            <a:miter lim="400000"/>
          </a:ln>
          <a:effectLst/>
        </p:spPr>
        <p:txBody>
          <a:bodyPr wrap="square" lIns="45718" tIns="45718" rIns="45718" bIns="45718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grpSp>
        <p:nvGrpSpPr>
          <p:cNvPr id="10" name="Group 1">
            <a:extLst>
              <a:ext uri="{FF2B5EF4-FFF2-40B4-BE49-F238E27FC236}">
                <a16:creationId xmlns:a16="http://schemas.microsoft.com/office/drawing/2014/main" id="{306FC11B-1322-F269-8B17-842EF3BB8722}"/>
              </a:ext>
            </a:extLst>
          </p:cNvPr>
          <p:cNvGrpSpPr/>
          <p:nvPr/>
        </p:nvGrpSpPr>
        <p:grpSpPr>
          <a:xfrm>
            <a:off x="46133151" y="6255436"/>
            <a:ext cx="3765024" cy="5650496"/>
            <a:chOff x="1713437" y="6548477"/>
            <a:chExt cx="3765024" cy="5650497"/>
          </a:xfrm>
        </p:grpSpPr>
        <p:sp>
          <p:nvSpPr>
            <p:cNvPr id="11" name="Rounded Rectangle">
              <a:extLst>
                <a:ext uri="{FF2B5EF4-FFF2-40B4-BE49-F238E27FC236}">
                  <a16:creationId xmlns:a16="http://schemas.microsoft.com/office/drawing/2014/main" id="{F10BC930-A222-003D-A384-B26C87D02234}"/>
                </a:ext>
              </a:extLst>
            </p:cNvPr>
            <p:cNvSpPr/>
            <p:nvPr/>
          </p:nvSpPr>
          <p:spPr>
            <a:xfrm>
              <a:off x="1713437" y="6548477"/>
              <a:ext cx="3765024" cy="5650497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2" name="Type text">
              <a:extLst>
                <a:ext uri="{FF2B5EF4-FFF2-40B4-BE49-F238E27FC236}">
                  <a16:creationId xmlns:a16="http://schemas.microsoft.com/office/drawing/2014/main" id="{159F3111-4009-EBC7-D32B-FEF8774F22F9}"/>
                </a:ext>
              </a:extLst>
            </p:cNvPr>
            <p:cNvSpPr txBox="1"/>
            <p:nvPr/>
          </p:nvSpPr>
          <p:spPr>
            <a:xfrm>
              <a:off x="2174087" y="8020758"/>
              <a:ext cx="2578506" cy="964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en-US" dirty="0">
                  <a:solidFill>
                    <a:schemeClr val="accent2"/>
                  </a:solidFill>
                </a:rPr>
                <a:t>Kotlin Coroutines</a:t>
              </a:r>
              <a:endParaRPr lang="ru-RU" dirty="0">
                <a:solidFill>
                  <a:schemeClr val="accent2"/>
                </a:solidFill>
              </a:endParaRPr>
            </a:p>
          </p:txBody>
        </p:sp>
        <p:sp>
          <p:nvSpPr>
            <p:cNvPr id="13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4D1A03D6-415E-AAD2-DA84-1FEE73B318B5}"/>
                </a:ext>
              </a:extLst>
            </p:cNvPr>
            <p:cNvSpPr txBox="1"/>
            <p:nvPr/>
          </p:nvSpPr>
          <p:spPr>
            <a:xfrm>
              <a:off x="2174087" y="9074661"/>
              <a:ext cx="2839217" cy="2910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Выполнение задач в фоне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Приложение не зависает при загрузке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Плавная работа интерфейса</a:t>
              </a:r>
            </a:p>
          </p:txBody>
        </p:sp>
      </p:grpSp>
      <p:grpSp>
        <p:nvGrpSpPr>
          <p:cNvPr id="14" name="Group 2">
            <a:extLst>
              <a:ext uri="{FF2B5EF4-FFF2-40B4-BE49-F238E27FC236}">
                <a16:creationId xmlns:a16="http://schemas.microsoft.com/office/drawing/2014/main" id="{94495C40-29AD-170D-247A-26820FC3460D}"/>
              </a:ext>
            </a:extLst>
          </p:cNvPr>
          <p:cNvGrpSpPr/>
          <p:nvPr/>
        </p:nvGrpSpPr>
        <p:grpSpPr>
          <a:xfrm>
            <a:off x="50440730" y="5980718"/>
            <a:ext cx="3765024" cy="5925212"/>
            <a:chOff x="5900203" y="5063738"/>
            <a:chExt cx="3765024" cy="7135235"/>
          </a:xfrm>
        </p:grpSpPr>
        <p:sp>
          <p:nvSpPr>
            <p:cNvPr id="15" name="Rounded Rectangle">
              <a:extLst>
                <a:ext uri="{FF2B5EF4-FFF2-40B4-BE49-F238E27FC236}">
                  <a16:creationId xmlns:a16="http://schemas.microsoft.com/office/drawing/2014/main" id="{A9311892-99D3-3DE2-A18E-517DD3FC01E5}"/>
                </a:ext>
              </a:extLst>
            </p:cNvPr>
            <p:cNvSpPr/>
            <p:nvPr/>
          </p:nvSpPr>
          <p:spPr>
            <a:xfrm>
              <a:off x="5900203" y="5063738"/>
              <a:ext cx="3765024" cy="7135235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6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930CDCAA-E6FE-CF6D-C077-61AF0A487D23}"/>
                </a:ext>
              </a:extLst>
            </p:cNvPr>
            <p:cNvSpPr txBox="1"/>
            <p:nvPr/>
          </p:nvSpPr>
          <p:spPr>
            <a:xfrm>
              <a:off x="6350698" y="7376971"/>
              <a:ext cx="2839217" cy="448307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WorkManager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синхронизация в фоне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Location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Services - определение местоположения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SharedPreferences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сохранение настроек</a:t>
              </a:r>
            </a:p>
          </p:txBody>
        </p:sp>
      </p:grpSp>
      <p:sp>
        <p:nvSpPr>
          <p:cNvPr id="17" name="Type text">
            <a:extLst>
              <a:ext uri="{FF2B5EF4-FFF2-40B4-BE49-F238E27FC236}">
                <a16:creationId xmlns:a16="http://schemas.microsoft.com/office/drawing/2014/main" id="{B736C2DB-A738-C8AD-60AE-2F7EAECCD958}"/>
              </a:ext>
            </a:extLst>
          </p:cNvPr>
          <p:cNvSpPr txBox="1"/>
          <p:nvPr/>
        </p:nvSpPr>
        <p:spPr>
          <a:xfrm>
            <a:off x="46566184" y="6426780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async</a:t>
            </a:r>
            <a:endParaRPr lang="ru-RU" sz="6000" dirty="0">
              <a:solidFill>
                <a:srgbClr val="757D7D"/>
              </a:solidFill>
            </a:endParaRPr>
          </a:p>
        </p:txBody>
      </p:sp>
      <p:grpSp>
        <p:nvGrpSpPr>
          <p:cNvPr id="18" name="Group 1">
            <a:extLst>
              <a:ext uri="{FF2B5EF4-FFF2-40B4-BE49-F238E27FC236}">
                <a16:creationId xmlns:a16="http://schemas.microsoft.com/office/drawing/2014/main" id="{28D49679-91D6-1856-B539-C2A9B64CE1C0}"/>
              </a:ext>
            </a:extLst>
          </p:cNvPr>
          <p:cNvGrpSpPr/>
          <p:nvPr/>
        </p:nvGrpSpPr>
        <p:grpSpPr>
          <a:xfrm>
            <a:off x="24665018" y="6255438"/>
            <a:ext cx="3765024" cy="5650496"/>
            <a:chOff x="1713437" y="6548477"/>
            <a:chExt cx="3765024" cy="5650497"/>
          </a:xfrm>
        </p:grpSpPr>
        <p:sp>
          <p:nvSpPr>
            <p:cNvPr id="19" name="Rounded Rectangle">
              <a:extLst>
                <a:ext uri="{FF2B5EF4-FFF2-40B4-BE49-F238E27FC236}">
                  <a16:creationId xmlns:a16="http://schemas.microsoft.com/office/drawing/2014/main" id="{9259DC42-E316-835B-8B12-91B5AF9E34B4}"/>
                </a:ext>
              </a:extLst>
            </p:cNvPr>
            <p:cNvSpPr/>
            <p:nvPr/>
          </p:nvSpPr>
          <p:spPr>
            <a:xfrm>
              <a:off x="1713437" y="6548477"/>
              <a:ext cx="3765024" cy="5650497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20" name="Type text">
              <a:extLst>
                <a:ext uri="{FF2B5EF4-FFF2-40B4-BE49-F238E27FC236}">
                  <a16:creationId xmlns:a16="http://schemas.microsoft.com/office/drawing/2014/main" id="{76C89919-C25D-7378-C287-B04E7CD0C39D}"/>
                </a:ext>
              </a:extLst>
            </p:cNvPr>
            <p:cNvSpPr txBox="1"/>
            <p:nvPr/>
          </p:nvSpPr>
          <p:spPr>
            <a:xfrm>
              <a:off x="2205855" y="8673750"/>
              <a:ext cx="2578506" cy="5336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en-US" dirty="0">
                  <a:solidFill>
                    <a:schemeClr val="accent2"/>
                  </a:solidFill>
                </a:rPr>
                <a:t>Kotlin</a:t>
              </a:r>
              <a:endParaRPr lang="ru-RU" dirty="0">
                <a:solidFill>
                  <a:schemeClr val="accent2"/>
                </a:solidFill>
              </a:endParaRPr>
            </a:p>
          </p:txBody>
        </p:sp>
        <p:sp>
          <p:nvSpPr>
            <p:cNvPr id="21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7D06BBD2-5060-D623-8314-ED0FB623B5E8}"/>
                </a:ext>
              </a:extLst>
            </p:cNvPr>
            <p:cNvSpPr txBox="1"/>
            <p:nvPr/>
          </p:nvSpPr>
          <p:spPr>
            <a:xfrm>
              <a:off x="2190653" y="9253583"/>
              <a:ext cx="2839217" cy="25036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Официальный язык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Android</a:t>
              </a:r>
              <a:endParaRPr lang="ru-RU" sz="220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Современный и безопасный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Упрощает написание кода</a:t>
              </a:r>
            </a:p>
          </p:txBody>
        </p:sp>
      </p:grpSp>
      <p:grpSp>
        <p:nvGrpSpPr>
          <p:cNvPr id="22" name="Group 2">
            <a:extLst>
              <a:ext uri="{FF2B5EF4-FFF2-40B4-BE49-F238E27FC236}">
                <a16:creationId xmlns:a16="http://schemas.microsoft.com/office/drawing/2014/main" id="{72FEA812-0BF4-54CA-0628-57BCFE423FB2}"/>
              </a:ext>
            </a:extLst>
          </p:cNvPr>
          <p:cNvGrpSpPr/>
          <p:nvPr/>
        </p:nvGrpSpPr>
        <p:grpSpPr>
          <a:xfrm>
            <a:off x="28972597" y="5980720"/>
            <a:ext cx="3765024" cy="5925212"/>
            <a:chOff x="5900203" y="5063738"/>
            <a:chExt cx="3765024" cy="7135235"/>
          </a:xfrm>
        </p:grpSpPr>
        <p:sp>
          <p:nvSpPr>
            <p:cNvPr id="23" name="Rounded Rectangle">
              <a:extLst>
                <a:ext uri="{FF2B5EF4-FFF2-40B4-BE49-F238E27FC236}">
                  <a16:creationId xmlns:a16="http://schemas.microsoft.com/office/drawing/2014/main" id="{DBE3865F-8909-74CD-2256-38765535B18F}"/>
                </a:ext>
              </a:extLst>
            </p:cNvPr>
            <p:cNvSpPr/>
            <p:nvPr/>
          </p:nvSpPr>
          <p:spPr>
            <a:xfrm>
              <a:off x="5900203" y="5063738"/>
              <a:ext cx="3765024" cy="7135235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24" name="Type text">
              <a:extLst>
                <a:ext uri="{FF2B5EF4-FFF2-40B4-BE49-F238E27FC236}">
                  <a16:creationId xmlns:a16="http://schemas.microsoft.com/office/drawing/2014/main" id="{A61F74C4-3CB7-E19A-9872-C74A8EC8FC65}"/>
                </a:ext>
              </a:extLst>
            </p:cNvPr>
            <p:cNvSpPr txBox="1"/>
            <p:nvPr/>
          </p:nvSpPr>
          <p:spPr>
            <a:xfrm>
              <a:off x="6350699" y="7150194"/>
              <a:ext cx="2839216" cy="53361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en-US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Material Design</a:t>
              </a:r>
              <a:endParaRPr lang="ru-RU" sz="2801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5BFBBC50-3F34-377E-980E-4DEFF4312541}"/>
                </a:ext>
              </a:extLst>
            </p:cNvPr>
            <p:cNvSpPr txBox="1"/>
            <p:nvPr/>
          </p:nvSpPr>
          <p:spPr>
            <a:xfrm>
              <a:off x="6350698" y="7914882"/>
              <a:ext cx="2839217" cy="331642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Компоненты от Google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Красивый современный дизайн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Готовые элементы (кнопки, карточки, меню)</a:t>
              </a:r>
            </a:p>
          </p:txBody>
        </p:sp>
      </p:grpSp>
      <p:grpSp>
        <p:nvGrpSpPr>
          <p:cNvPr id="26" name="Group 5">
            <a:extLst>
              <a:ext uri="{FF2B5EF4-FFF2-40B4-BE49-F238E27FC236}">
                <a16:creationId xmlns:a16="http://schemas.microsoft.com/office/drawing/2014/main" id="{755DD2D2-6ED8-CD56-0D6F-C1B941AFE3A0}"/>
              </a:ext>
            </a:extLst>
          </p:cNvPr>
          <p:cNvGrpSpPr/>
          <p:nvPr/>
        </p:nvGrpSpPr>
        <p:grpSpPr>
          <a:xfrm>
            <a:off x="41895337" y="6255438"/>
            <a:ext cx="3765024" cy="5650494"/>
            <a:chOff x="18460502" y="5844393"/>
            <a:chExt cx="3765024" cy="6354580"/>
          </a:xfrm>
        </p:grpSpPr>
        <p:sp>
          <p:nvSpPr>
            <p:cNvPr id="27" name="Rounded Rectangle">
              <a:extLst>
                <a:ext uri="{FF2B5EF4-FFF2-40B4-BE49-F238E27FC236}">
                  <a16:creationId xmlns:a16="http://schemas.microsoft.com/office/drawing/2014/main" id="{033EB5C5-7128-A6A2-5806-5A0AE36CC3FF}"/>
                </a:ext>
              </a:extLst>
            </p:cNvPr>
            <p:cNvSpPr/>
            <p:nvPr/>
          </p:nvSpPr>
          <p:spPr>
            <a:xfrm>
              <a:off x="18460502" y="5844393"/>
              <a:ext cx="3765024" cy="6354580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28" name="Type text">
              <a:extLst>
                <a:ext uri="{FF2B5EF4-FFF2-40B4-BE49-F238E27FC236}">
                  <a16:creationId xmlns:a16="http://schemas.microsoft.com/office/drawing/2014/main" id="{E9D0ECE0-5915-8DF2-E2F7-2AED2B2B190B}"/>
                </a:ext>
              </a:extLst>
            </p:cNvPr>
            <p:cNvSpPr txBox="1"/>
            <p:nvPr/>
          </p:nvSpPr>
          <p:spPr>
            <a:xfrm>
              <a:off x="18952923" y="7411804"/>
              <a:ext cx="2578506" cy="9646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en-US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Firebase (</a:t>
              </a:r>
              <a:r>
                <a:rPr lang="ru-RU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 облаке)</a:t>
              </a:r>
            </a:p>
          </p:txBody>
        </p:sp>
        <p:sp>
          <p:nvSpPr>
            <p:cNvPr id="29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9F4FBA8B-8A3E-2831-7EB4-603A8DABE353}"/>
                </a:ext>
              </a:extLst>
            </p:cNvPr>
            <p:cNvSpPr txBox="1"/>
            <p:nvPr/>
          </p:nvSpPr>
          <p:spPr>
            <a:xfrm>
              <a:off x="18952923" y="8539370"/>
              <a:ext cx="3021425" cy="29100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Firebase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Auth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вход по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endParaRPr lang="ru-RU" sz="220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Firestore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синхронизация между устройствами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Сохранение данных в безопасности</a:t>
              </a:r>
            </a:p>
          </p:txBody>
        </p:sp>
      </p:grpSp>
      <p:grpSp>
        <p:nvGrpSpPr>
          <p:cNvPr id="30" name="Group 4">
            <a:extLst>
              <a:ext uri="{FF2B5EF4-FFF2-40B4-BE49-F238E27FC236}">
                <a16:creationId xmlns:a16="http://schemas.microsoft.com/office/drawing/2014/main" id="{947F1D0D-8F8F-1DF9-0D4D-D0DA86810692}"/>
              </a:ext>
            </a:extLst>
          </p:cNvPr>
          <p:cNvGrpSpPr/>
          <p:nvPr/>
        </p:nvGrpSpPr>
        <p:grpSpPr>
          <a:xfrm>
            <a:off x="37587758" y="5980720"/>
            <a:ext cx="3765024" cy="5925212"/>
            <a:chOff x="14273736" y="5063738"/>
            <a:chExt cx="3765024" cy="7135235"/>
          </a:xfrm>
        </p:grpSpPr>
        <p:sp>
          <p:nvSpPr>
            <p:cNvPr id="31" name="Rounded Rectangle">
              <a:extLst>
                <a:ext uri="{FF2B5EF4-FFF2-40B4-BE49-F238E27FC236}">
                  <a16:creationId xmlns:a16="http://schemas.microsoft.com/office/drawing/2014/main" id="{F2412BD4-E83C-41A8-EBA4-DD0858782195}"/>
                </a:ext>
              </a:extLst>
            </p:cNvPr>
            <p:cNvSpPr/>
            <p:nvPr/>
          </p:nvSpPr>
          <p:spPr>
            <a:xfrm>
              <a:off x="14273736" y="5063738"/>
              <a:ext cx="3765024" cy="7135235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32" name="Type text">
              <a:extLst>
                <a:ext uri="{FF2B5EF4-FFF2-40B4-BE49-F238E27FC236}">
                  <a16:creationId xmlns:a16="http://schemas.microsoft.com/office/drawing/2014/main" id="{8E21910F-9EE1-FDEF-C0FC-79F9C1923F9B}"/>
                </a:ext>
              </a:extLst>
            </p:cNvPr>
            <p:cNvSpPr txBox="1"/>
            <p:nvPr/>
          </p:nvSpPr>
          <p:spPr>
            <a:xfrm>
              <a:off x="14766157" y="6316661"/>
              <a:ext cx="2908482" cy="9646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en-US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Room Database (</a:t>
              </a:r>
              <a:r>
                <a:rPr lang="ru-RU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локально)</a:t>
              </a:r>
            </a:p>
          </p:txBody>
        </p:sp>
        <p:sp>
          <p:nvSpPr>
            <p:cNvPr id="33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F06CA19D-9E9D-3377-B081-4D11E5AD54F4}"/>
                </a:ext>
              </a:extLst>
            </p:cNvPr>
            <p:cNvSpPr txBox="1"/>
            <p:nvPr/>
          </p:nvSpPr>
          <p:spPr>
            <a:xfrm>
              <a:off x="14750952" y="7382963"/>
              <a:ext cx="2908482" cy="372281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Хранение настроений и городов на устройстве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Быстрая работа без интернета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Автоматическое управление базой данных</a:t>
              </a:r>
            </a:p>
          </p:txBody>
        </p:sp>
      </p:grpSp>
      <p:grpSp>
        <p:nvGrpSpPr>
          <p:cNvPr id="34" name="Group 3">
            <a:extLst>
              <a:ext uri="{FF2B5EF4-FFF2-40B4-BE49-F238E27FC236}">
                <a16:creationId xmlns:a16="http://schemas.microsoft.com/office/drawing/2014/main" id="{1D3D4B17-41BC-8539-ACB8-DFB13B2D86B6}"/>
              </a:ext>
            </a:extLst>
          </p:cNvPr>
          <p:cNvGrpSpPr/>
          <p:nvPr/>
        </p:nvGrpSpPr>
        <p:grpSpPr>
          <a:xfrm>
            <a:off x="33280177" y="5798819"/>
            <a:ext cx="3765024" cy="6107113"/>
            <a:chOff x="10086970" y="5063738"/>
            <a:chExt cx="3765023" cy="7135235"/>
          </a:xfrm>
        </p:grpSpPr>
        <p:sp>
          <p:nvSpPr>
            <p:cNvPr id="35" name="Rounded Rectangle">
              <a:extLst>
                <a:ext uri="{FF2B5EF4-FFF2-40B4-BE49-F238E27FC236}">
                  <a16:creationId xmlns:a16="http://schemas.microsoft.com/office/drawing/2014/main" id="{E7C1A10B-77C0-97D9-276F-DADD0F3FE85C}"/>
                </a:ext>
              </a:extLst>
            </p:cNvPr>
            <p:cNvSpPr/>
            <p:nvPr/>
          </p:nvSpPr>
          <p:spPr>
            <a:xfrm>
              <a:off x="10086970" y="5063738"/>
              <a:ext cx="3765023" cy="7135235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36" name="Type text">
              <a:extLst>
                <a:ext uri="{FF2B5EF4-FFF2-40B4-BE49-F238E27FC236}">
                  <a16:creationId xmlns:a16="http://schemas.microsoft.com/office/drawing/2014/main" id="{3158047F-4B51-ED84-DC2C-AB8735EB47A2}"/>
                </a:ext>
              </a:extLst>
            </p:cNvPr>
            <p:cNvSpPr txBox="1"/>
            <p:nvPr/>
          </p:nvSpPr>
          <p:spPr>
            <a:xfrm>
              <a:off x="10551775" y="6449304"/>
              <a:ext cx="2625015" cy="139564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en-US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Retrofit + </a:t>
              </a:r>
              <a:r>
                <a:rPr lang="en-US" sz="2801" b="1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OpenWeatherMap</a:t>
              </a:r>
              <a:r>
                <a:rPr lang="en-US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API</a:t>
              </a:r>
              <a:endParaRPr lang="ru-RU" sz="2801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60B440C2-EFA2-21F2-E4DF-20314D5F0F64}"/>
                </a:ext>
              </a:extLst>
            </p:cNvPr>
            <p:cNvSpPr txBox="1"/>
            <p:nvPr/>
          </p:nvSpPr>
          <p:spPr>
            <a:xfrm>
              <a:off x="10564186" y="8099554"/>
              <a:ext cx="2839216" cy="331642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Retrofit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для запросов к серверу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OpenWeatherMap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источник погодных данных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Автоматическое преобразование данных</a:t>
              </a:r>
            </a:p>
          </p:txBody>
        </p:sp>
      </p:grpSp>
      <p:sp>
        <p:nvSpPr>
          <p:cNvPr id="40" name="Type text">
            <a:extLst>
              <a:ext uri="{FF2B5EF4-FFF2-40B4-BE49-F238E27FC236}">
                <a16:creationId xmlns:a16="http://schemas.microsoft.com/office/drawing/2014/main" id="{8AD48DB0-14AF-98C1-7E82-EB1ABC245DD0}"/>
              </a:ext>
            </a:extLst>
          </p:cNvPr>
          <p:cNvSpPr txBox="1"/>
          <p:nvPr/>
        </p:nvSpPr>
        <p:spPr>
          <a:xfrm>
            <a:off x="25157436" y="6699307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ru-RU" sz="6000" dirty="0">
                <a:solidFill>
                  <a:srgbClr val="757D7D"/>
                </a:solidFill>
              </a:rPr>
              <a:t>ЯП</a:t>
            </a:r>
          </a:p>
        </p:txBody>
      </p:sp>
      <p:sp>
        <p:nvSpPr>
          <p:cNvPr id="41" name="Type text">
            <a:extLst>
              <a:ext uri="{FF2B5EF4-FFF2-40B4-BE49-F238E27FC236}">
                <a16:creationId xmlns:a16="http://schemas.microsoft.com/office/drawing/2014/main" id="{A5284C6C-FB4E-C504-F179-D63DA481C7CA}"/>
              </a:ext>
            </a:extLst>
          </p:cNvPr>
          <p:cNvSpPr txBox="1"/>
          <p:nvPr/>
        </p:nvSpPr>
        <p:spPr>
          <a:xfrm>
            <a:off x="29367860" y="6352657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UI</a:t>
            </a:r>
            <a:endParaRPr lang="ru-RU" sz="6000" dirty="0">
              <a:solidFill>
                <a:srgbClr val="757D7D"/>
              </a:solidFill>
            </a:endParaRPr>
          </a:p>
        </p:txBody>
      </p:sp>
      <p:sp>
        <p:nvSpPr>
          <p:cNvPr id="42" name="Type text">
            <a:extLst>
              <a:ext uri="{FF2B5EF4-FFF2-40B4-BE49-F238E27FC236}">
                <a16:creationId xmlns:a16="http://schemas.microsoft.com/office/drawing/2014/main" id="{BE8D5FF2-02D8-D17D-4293-88834FF902AD}"/>
              </a:ext>
            </a:extLst>
          </p:cNvPr>
          <p:cNvSpPr txBox="1"/>
          <p:nvPr/>
        </p:nvSpPr>
        <p:spPr>
          <a:xfrm>
            <a:off x="33610265" y="5980720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API</a:t>
            </a:r>
            <a:endParaRPr lang="ru-RU" sz="6000" dirty="0">
              <a:solidFill>
                <a:srgbClr val="757D7D"/>
              </a:solidFill>
            </a:endParaRPr>
          </a:p>
        </p:txBody>
      </p:sp>
      <p:sp>
        <p:nvSpPr>
          <p:cNvPr id="43" name="Type text">
            <a:extLst>
              <a:ext uri="{FF2B5EF4-FFF2-40B4-BE49-F238E27FC236}">
                <a16:creationId xmlns:a16="http://schemas.microsoft.com/office/drawing/2014/main" id="{8B9A0552-BF27-D47B-9E07-889384FEF26F}"/>
              </a:ext>
            </a:extLst>
          </p:cNvPr>
          <p:cNvSpPr txBox="1"/>
          <p:nvPr/>
        </p:nvSpPr>
        <p:spPr>
          <a:xfrm>
            <a:off x="37973733" y="6063081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DB</a:t>
            </a:r>
            <a:endParaRPr lang="ru-RU" sz="6000" dirty="0">
              <a:solidFill>
                <a:srgbClr val="757D7D"/>
              </a:solidFill>
            </a:endParaRPr>
          </a:p>
        </p:txBody>
      </p:sp>
      <p:sp>
        <p:nvSpPr>
          <p:cNvPr id="44" name="Type text">
            <a:extLst>
              <a:ext uri="{FF2B5EF4-FFF2-40B4-BE49-F238E27FC236}">
                <a16:creationId xmlns:a16="http://schemas.microsoft.com/office/drawing/2014/main" id="{C13E4418-3AFB-DFFF-C9AE-861174C44550}"/>
              </a:ext>
            </a:extLst>
          </p:cNvPr>
          <p:cNvSpPr txBox="1"/>
          <p:nvPr/>
        </p:nvSpPr>
        <p:spPr>
          <a:xfrm>
            <a:off x="42229786" y="6395763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DB</a:t>
            </a:r>
            <a:endParaRPr lang="ru-RU" sz="6000" dirty="0">
              <a:solidFill>
                <a:srgbClr val="757D7D"/>
              </a:solidFill>
            </a:endParaRPr>
          </a:p>
        </p:txBody>
      </p:sp>
      <p:sp>
        <p:nvSpPr>
          <p:cNvPr id="45" name="Type text">
            <a:extLst>
              <a:ext uri="{FF2B5EF4-FFF2-40B4-BE49-F238E27FC236}">
                <a16:creationId xmlns:a16="http://schemas.microsoft.com/office/drawing/2014/main" id="{A9840F8D-5C62-E483-CDC1-70627F80163F}"/>
              </a:ext>
            </a:extLst>
          </p:cNvPr>
          <p:cNvSpPr txBox="1"/>
          <p:nvPr/>
        </p:nvSpPr>
        <p:spPr>
          <a:xfrm>
            <a:off x="50863608" y="6295588"/>
            <a:ext cx="2894449" cy="13337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4000" dirty="0">
                <a:solidFill>
                  <a:srgbClr val="757D7D"/>
                </a:solidFill>
              </a:rPr>
              <a:t>in addition</a:t>
            </a:r>
            <a:endParaRPr lang="ru-RU" sz="4000" dirty="0">
              <a:solidFill>
                <a:srgbClr val="757D7D"/>
              </a:solidFill>
            </a:endParaRPr>
          </a:p>
        </p:txBody>
      </p:sp>
      <p:grpSp>
        <p:nvGrpSpPr>
          <p:cNvPr id="46" name="Group 1">
            <a:extLst>
              <a:ext uri="{FF2B5EF4-FFF2-40B4-BE49-F238E27FC236}">
                <a16:creationId xmlns:a16="http://schemas.microsoft.com/office/drawing/2014/main" id="{E9DE11F3-C830-A07B-0A20-E42AFEF87B8F}"/>
              </a:ext>
            </a:extLst>
          </p:cNvPr>
          <p:cNvGrpSpPr/>
          <p:nvPr/>
        </p:nvGrpSpPr>
        <p:grpSpPr>
          <a:xfrm>
            <a:off x="-7592873" y="4932329"/>
            <a:ext cx="5492854" cy="4612956"/>
            <a:chOff x="1432112" y="4582017"/>
            <a:chExt cx="5492853" cy="4612955"/>
          </a:xfrm>
        </p:grpSpPr>
        <p:sp>
          <p:nvSpPr>
            <p:cNvPr id="47" name="Lorem ipsum dolor sit amet, consectetur adipiscing elit, sed do">
              <a:extLst>
                <a:ext uri="{FF2B5EF4-FFF2-40B4-BE49-F238E27FC236}">
                  <a16:creationId xmlns:a16="http://schemas.microsoft.com/office/drawing/2014/main" id="{426CC46D-84B5-0AF7-7400-1A7A8499320B}"/>
                </a:ext>
              </a:extLst>
            </p:cNvPr>
            <p:cNvSpPr txBox="1"/>
            <p:nvPr/>
          </p:nvSpPr>
          <p:spPr>
            <a:xfrm>
              <a:off x="1496060" y="4582017"/>
              <a:ext cx="4478106" cy="87806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r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Комбинацию погоды и трекинга настроения</a:t>
              </a:r>
            </a:p>
          </p:txBody>
        </p:sp>
        <p:sp>
          <p:nvSpPr>
            <p:cNvPr id="48" name="Circle">
              <a:extLst>
                <a:ext uri="{FF2B5EF4-FFF2-40B4-BE49-F238E27FC236}">
                  <a16:creationId xmlns:a16="http://schemas.microsoft.com/office/drawing/2014/main" id="{B2970D40-84C2-392C-09E2-05EB8BB8377E}"/>
                </a:ext>
              </a:extLst>
            </p:cNvPr>
            <p:cNvSpPr/>
            <p:nvPr/>
          </p:nvSpPr>
          <p:spPr>
            <a:xfrm>
              <a:off x="6364078" y="4710110"/>
              <a:ext cx="560887" cy="560888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Graphic 48">
              <a:extLst>
                <a:ext uri="{FF2B5EF4-FFF2-40B4-BE49-F238E27FC236}">
                  <a16:creationId xmlns:a16="http://schemas.microsoft.com/office/drawing/2014/main" id="{FBA626DE-55D9-E51B-A4F1-B60456DD3A2C}"/>
                </a:ext>
              </a:extLst>
            </p:cNvPr>
            <p:cNvSpPr/>
            <p:nvPr/>
          </p:nvSpPr>
          <p:spPr>
            <a:xfrm>
              <a:off x="6529931" y="4905690"/>
              <a:ext cx="254578" cy="169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6" h="20985" extrusionOk="0">
                  <a:moveTo>
                    <a:pt x="10679" y="20063"/>
                  </a:moveTo>
                  <a:lnTo>
                    <a:pt x="20565" y="5375"/>
                  </a:lnTo>
                  <a:cubicBezTo>
                    <a:pt x="21393" y="4146"/>
                    <a:pt x="21393" y="2152"/>
                    <a:pt x="20565" y="923"/>
                  </a:cubicBezTo>
                  <a:cubicBezTo>
                    <a:pt x="19738" y="-307"/>
                    <a:pt x="18396" y="-307"/>
                    <a:pt x="17568" y="923"/>
                  </a:cubicBezTo>
                  <a:lnTo>
                    <a:pt x="9181" y="13386"/>
                  </a:lnTo>
                  <a:lnTo>
                    <a:pt x="3618" y="5119"/>
                  </a:lnTo>
                  <a:cubicBezTo>
                    <a:pt x="2790" y="3889"/>
                    <a:pt x="1448" y="3889"/>
                    <a:pt x="621" y="5119"/>
                  </a:cubicBezTo>
                  <a:cubicBezTo>
                    <a:pt x="-207" y="6349"/>
                    <a:pt x="-207" y="8342"/>
                    <a:pt x="621" y="9572"/>
                  </a:cubicBezTo>
                  <a:lnTo>
                    <a:pt x="7682" y="20063"/>
                  </a:lnTo>
                  <a:cubicBezTo>
                    <a:pt x="8509" y="21292"/>
                    <a:pt x="9851" y="21293"/>
                    <a:pt x="10678" y="20064"/>
                  </a:cubicBezTo>
                  <a:lnTo>
                    <a:pt x="10679" y="2006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Nunc non blandit massa enim nec senectus et. Viverra maecenas">
              <a:extLst>
                <a:ext uri="{FF2B5EF4-FFF2-40B4-BE49-F238E27FC236}">
                  <a16:creationId xmlns:a16="http://schemas.microsoft.com/office/drawing/2014/main" id="{B5D833A1-A508-0D4E-09A8-A07967203DD1}"/>
                </a:ext>
              </a:extLst>
            </p:cNvPr>
            <p:cNvSpPr txBox="1"/>
            <p:nvPr/>
          </p:nvSpPr>
          <p:spPr>
            <a:xfrm>
              <a:off x="1432112" y="5826982"/>
              <a:ext cx="4542054" cy="87806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r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Аналитику связи между погодой и эмоциями</a:t>
              </a:r>
            </a:p>
          </p:txBody>
        </p:sp>
        <p:sp>
          <p:nvSpPr>
            <p:cNvPr id="51" name="Circle">
              <a:extLst>
                <a:ext uri="{FF2B5EF4-FFF2-40B4-BE49-F238E27FC236}">
                  <a16:creationId xmlns:a16="http://schemas.microsoft.com/office/drawing/2014/main" id="{A69E3A26-2C5D-5151-BB18-3A9B01981783}"/>
                </a:ext>
              </a:extLst>
            </p:cNvPr>
            <p:cNvSpPr/>
            <p:nvPr/>
          </p:nvSpPr>
          <p:spPr>
            <a:xfrm>
              <a:off x="6364078" y="5955074"/>
              <a:ext cx="560887" cy="560888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Graphic 48">
              <a:extLst>
                <a:ext uri="{FF2B5EF4-FFF2-40B4-BE49-F238E27FC236}">
                  <a16:creationId xmlns:a16="http://schemas.microsoft.com/office/drawing/2014/main" id="{8A5FE057-5334-BC94-CA7F-D18B267B6B66}"/>
                </a:ext>
              </a:extLst>
            </p:cNvPr>
            <p:cNvSpPr/>
            <p:nvPr/>
          </p:nvSpPr>
          <p:spPr>
            <a:xfrm>
              <a:off x="6529931" y="6150654"/>
              <a:ext cx="254578" cy="169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6" h="20985" extrusionOk="0">
                  <a:moveTo>
                    <a:pt x="10679" y="20063"/>
                  </a:moveTo>
                  <a:lnTo>
                    <a:pt x="20565" y="5375"/>
                  </a:lnTo>
                  <a:cubicBezTo>
                    <a:pt x="21393" y="4146"/>
                    <a:pt x="21393" y="2152"/>
                    <a:pt x="20565" y="923"/>
                  </a:cubicBezTo>
                  <a:cubicBezTo>
                    <a:pt x="19738" y="-307"/>
                    <a:pt x="18396" y="-307"/>
                    <a:pt x="17568" y="923"/>
                  </a:cubicBezTo>
                  <a:lnTo>
                    <a:pt x="9181" y="13386"/>
                  </a:lnTo>
                  <a:lnTo>
                    <a:pt x="3618" y="5119"/>
                  </a:lnTo>
                  <a:cubicBezTo>
                    <a:pt x="2790" y="3889"/>
                    <a:pt x="1448" y="3889"/>
                    <a:pt x="621" y="5119"/>
                  </a:cubicBezTo>
                  <a:cubicBezTo>
                    <a:pt x="-207" y="6349"/>
                    <a:pt x="-207" y="8342"/>
                    <a:pt x="621" y="9572"/>
                  </a:cubicBezTo>
                  <a:lnTo>
                    <a:pt x="7682" y="20063"/>
                  </a:lnTo>
                  <a:cubicBezTo>
                    <a:pt x="8509" y="21292"/>
                    <a:pt x="9851" y="21293"/>
                    <a:pt x="10678" y="20064"/>
                  </a:cubicBezTo>
                  <a:lnTo>
                    <a:pt x="10679" y="2006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Phasellus vestibulum lorem sed Fermentum leo vel orci porta non.">
              <a:extLst>
                <a:ext uri="{FF2B5EF4-FFF2-40B4-BE49-F238E27FC236}">
                  <a16:creationId xmlns:a16="http://schemas.microsoft.com/office/drawing/2014/main" id="{C4809FE6-13CA-C7E0-488A-AC5C5AA363D8}"/>
                </a:ext>
              </a:extLst>
            </p:cNvPr>
            <p:cNvSpPr txBox="1"/>
            <p:nvPr/>
          </p:nvSpPr>
          <p:spPr>
            <a:xfrm>
              <a:off x="1592745" y="7071947"/>
              <a:ext cx="4381422" cy="87806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r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Персональные советы по одежде и эко-советы</a:t>
              </a:r>
            </a:p>
          </p:txBody>
        </p:sp>
        <p:sp>
          <p:nvSpPr>
            <p:cNvPr id="54" name="Circle">
              <a:extLst>
                <a:ext uri="{FF2B5EF4-FFF2-40B4-BE49-F238E27FC236}">
                  <a16:creationId xmlns:a16="http://schemas.microsoft.com/office/drawing/2014/main" id="{D8FA8164-8809-3618-9F22-64B9583FD1E8}"/>
                </a:ext>
              </a:extLst>
            </p:cNvPr>
            <p:cNvSpPr/>
            <p:nvPr/>
          </p:nvSpPr>
          <p:spPr>
            <a:xfrm>
              <a:off x="6364078" y="7200039"/>
              <a:ext cx="560887" cy="560888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Graphic 48">
              <a:extLst>
                <a:ext uri="{FF2B5EF4-FFF2-40B4-BE49-F238E27FC236}">
                  <a16:creationId xmlns:a16="http://schemas.microsoft.com/office/drawing/2014/main" id="{8EC6F8BE-44CF-451B-4BB3-BE140075A618}"/>
                </a:ext>
              </a:extLst>
            </p:cNvPr>
            <p:cNvSpPr/>
            <p:nvPr/>
          </p:nvSpPr>
          <p:spPr>
            <a:xfrm>
              <a:off x="6529931" y="7395619"/>
              <a:ext cx="254578" cy="169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6" h="20985" extrusionOk="0">
                  <a:moveTo>
                    <a:pt x="10679" y="20063"/>
                  </a:moveTo>
                  <a:lnTo>
                    <a:pt x="20565" y="5375"/>
                  </a:lnTo>
                  <a:cubicBezTo>
                    <a:pt x="21393" y="4146"/>
                    <a:pt x="21393" y="2152"/>
                    <a:pt x="20565" y="923"/>
                  </a:cubicBezTo>
                  <a:cubicBezTo>
                    <a:pt x="19738" y="-307"/>
                    <a:pt x="18396" y="-307"/>
                    <a:pt x="17568" y="923"/>
                  </a:cubicBezTo>
                  <a:lnTo>
                    <a:pt x="9181" y="13386"/>
                  </a:lnTo>
                  <a:lnTo>
                    <a:pt x="3618" y="5119"/>
                  </a:lnTo>
                  <a:cubicBezTo>
                    <a:pt x="2790" y="3889"/>
                    <a:pt x="1448" y="3889"/>
                    <a:pt x="621" y="5119"/>
                  </a:cubicBezTo>
                  <a:cubicBezTo>
                    <a:pt x="-207" y="6349"/>
                    <a:pt x="-207" y="8342"/>
                    <a:pt x="621" y="9572"/>
                  </a:cubicBezTo>
                  <a:lnTo>
                    <a:pt x="7682" y="20063"/>
                  </a:lnTo>
                  <a:cubicBezTo>
                    <a:pt x="8509" y="21292"/>
                    <a:pt x="9851" y="21293"/>
                    <a:pt x="10678" y="20064"/>
                  </a:cubicBezTo>
                  <a:lnTo>
                    <a:pt x="10679" y="2006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Lorem ipsum dolor sit amet, consectetur adipiscing elit, sed do">
              <a:extLst>
                <a:ext uri="{FF2B5EF4-FFF2-40B4-BE49-F238E27FC236}">
                  <a16:creationId xmlns:a16="http://schemas.microsoft.com/office/drawing/2014/main" id="{5B7803D0-8E91-3D5C-2E83-395C467BEE56}"/>
                </a:ext>
              </a:extLst>
            </p:cNvPr>
            <p:cNvSpPr txBox="1"/>
            <p:nvPr/>
          </p:nvSpPr>
          <p:spPr>
            <a:xfrm>
              <a:off x="1496060" y="8316909"/>
              <a:ext cx="4478106" cy="87806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r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Уникальный опыт для пользователя</a:t>
              </a:r>
            </a:p>
          </p:txBody>
        </p:sp>
        <p:sp>
          <p:nvSpPr>
            <p:cNvPr id="57" name="Circle">
              <a:extLst>
                <a:ext uri="{FF2B5EF4-FFF2-40B4-BE49-F238E27FC236}">
                  <a16:creationId xmlns:a16="http://schemas.microsoft.com/office/drawing/2014/main" id="{8DB5814C-5785-1900-D835-682659B7D535}"/>
                </a:ext>
              </a:extLst>
            </p:cNvPr>
            <p:cNvSpPr/>
            <p:nvPr/>
          </p:nvSpPr>
          <p:spPr>
            <a:xfrm>
              <a:off x="6364078" y="8445003"/>
              <a:ext cx="560887" cy="560888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Graphic 48">
              <a:extLst>
                <a:ext uri="{FF2B5EF4-FFF2-40B4-BE49-F238E27FC236}">
                  <a16:creationId xmlns:a16="http://schemas.microsoft.com/office/drawing/2014/main" id="{F9CA1E16-EC37-B307-1E58-DD08E429961F}"/>
                </a:ext>
              </a:extLst>
            </p:cNvPr>
            <p:cNvSpPr/>
            <p:nvPr/>
          </p:nvSpPr>
          <p:spPr>
            <a:xfrm>
              <a:off x="6529931" y="8640583"/>
              <a:ext cx="254578" cy="169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6" h="20985" extrusionOk="0">
                  <a:moveTo>
                    <a:pt x="10679" y="20063"/>
                  </a:moveTo>
                  <a:lnTo>
                    <a:pt x="20565" y="5375"/>
                  </a:lnTo>
                  <a:cubicBezTo>
                    <a:pt x="21393" y="4146"/>
                    <a:pt x="21393" y="2152"/>
                    <a:pt x="20565" y="923"/>
                  </a:cubicBezTo>
                  <a:cubicBezTo>
                    <a:pt x="19738" y="-307"/>
                    <a:pt x="18396" y="-307"/>
                    <a:pt x="17568" y="923"/>
                  </a:cubicBezTo>
                  <a:lnTo>
                    <a:pt x="9181" y="13386"/>
                  </a:lnTo>
                  <a:lnTo>
                    <a:pt x="3618" y="5119"/>
                  </a:lnTo>
                  <a:cubicBezTo>
                    <a:pt x="2790" y="3889"/>
                    <a:pt x="1448" y="3889"/>
                    <a:pt x="621" y="5119"/>
                  </a:cubicBezTo>
                  <a:cubicBezTo>
                    <a:pt x="-207" y="6349"/>
                    <a:pt x="-207" y="8342"/>
                    <a:pt x="621" y="9572"/>
                  </a:cubicBezTo>
                  <a:lnTo>
                    <a:pt x="7682" y="20063"/>
                  </a:lnTo>
                  <a:cubicBezTo>
                    <a:pt x="8509" y="21292"/>
                    <a:pt x="9851" y="21293"/>
                    <a:pt x="10678" y="20064"/>
                  </a:cubicBezTo>
                  <a:lnTo>
                    <a:pt x="10679" y="2006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9" name="Placeholder Demo Text">
            <a:extLst>
              <a:ext uri="{FF2B5EF4-FFF2-40B4-BE49-F238E27FC236}">
                <a16:creationId xmlns:a16="http://schemas.microsoft.com/office/drawing/2014/main" id="{CE659BBE-DCF1-5331-A8BB-EE1782C25CD0}"/>
              </a:ext>
            </a:extLst>
          </p:cNvPr>
          <p:cNvSpPr txBox="1"/>
          <p:nvPr/>
        </p:nvSpPr>
        <p:spPr>
          <a:xfrm>
            <a:off x="-7592872" y="3926885"/>
            <a:ext cx="6566000" cy="1277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noAutofit/>
          </a:bodyPr>
          <a:lstStyle>
            <a:lvl1pPr algn="l">
              <a:defRPr sz="80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en-US" sz="36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WeatherMood</a:t>
            </a:r>
            <a:r>
              <a:rPr lang="en-US" sz="3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предлагает:</a:t>
            </a:r>
          </a:p>
        </p:txBody>
      </p:sp>
      <p:grpSp>
        <p:nvGrpSpPr>
          <p:cNvPr id="60" name="Group 2">
            <a:extLst>
              <a:ext uri="{FF2B5EF4-FFF2-40B4-BE49-F238E27FC236}">
                <a16:creationId xmlns:a16="http://schemas.microsoft.com/office/drawing/2014/main" id="{D2785860-3BA1-7B33-DA4E-6354C15BFF66}"/>
              </a:ext>
            </a:extLst>
          </p:cNvPr>
          <p:cNvGrpSpPr/>
          <p:nvPr/>
        </p:nvGrpSpPr>
        <p:grpSpPr>
          <a:xfrm>
            <a:off x="26456319" y="4749551"/>
            <a:ext cx="5477159" cy="4295779"/>
            <a:chOff x="17685180" y="4716956"/>
            <a:chExt cx="5477160" cy="4295780"/>
          </a:xfrm>
        </p:grpSpPr>
        <p:sp>
          <p:nvSpPr>
            <p:cNvPr id="61" name="Lorem ipsum dolor sit amet, consectetur adipiscing elit, sed do">
              <a:extLst>
                <a:ext uri="{FF2B5EF4-FFF2-40B4-BE49-F238E27FC236}">
                  <a16:creationId xmlns:a16="http://schemas.microsoft.com/office/drawing/2014/main" id="{FBDA3A14-FAAF-5A88-3C08-58F7BD742176}"/>
                </a:ext>
              </a:extLst>
            </p:cNvPr>
            <p:cNvSpPr txBox="1"/>
            <p:nvPr/>
          </p:nvSpPr>
          <p:spPr>
            <a:xfrm>
              <a:off x="18611816" y="4748849"/>
              <a:ext cx="4478105" cy="47167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Показывают только погоду</a:t>
              </a:r>
            </a:p>
          </p:txBody>
        </p:sp>
        <p:sp>
          <p:nvSpPr>
            <p:cNvPr id="62" name="Circle">
              <a:extLst>
                <a:ext uri="{FF2B5EF4-FFF2-40B4-BE49-F238E27FC236}">
                  <a16:creationId xmlns:a16="http://schemas.microsoft.com/office/drawing/2014/main" id="{7952A1F3-7570-848F-CDAD-419C72F4FD10}"/>
                </a:ext>
              </a:extLst>
            </p:cNvPr>
            <p:cNvSpPr/>
            <p:nvPr/>
          </p:nvSpPr>
          <p:spPr>
            <a:xfrm>
              <a:off x="17685180" y="4716956"/>
              <a:ext cx="560887" cy="560887"/>
            </a:xfrm>
            <a:prstGeom prst="ellipse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Nunc non blandit massa enim nec senectus et. Viverra maecenas">
              <a:extLst>
                <a:ext uri="{FF2B5EF4-FFF2-40B4-BE49-F238E27FC236}">
                  <a16:creationId xmlns:a16="http://schemas.microsoft.com/office/drawing/2014/main" id="{8E4FD4B5-B16E-D73D-C093-C5F663D4A962}"/>
                </a:ext>
              </a:extLst>
            </p:cNvPr>
            <p:cNvSpPr txBox="1"/>
            <p:nvPr/>
          </p:nvSpPr>
          <p:spPr>
            <a:xfrm>
              <a:off x="18620284" y="5833828"/>
              <a:ext cx="4542056" cy="87806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Не анализируют связь погоды и настроения</a:t>
              </a:r>
            </a:p>
          </p:txBody>
        </p:sp>
        <p:sp>
          <p:nvSpPr>
            <p:cNvPr id="3648" name="Circle">
              <a:extLst>
                <a:ext uri="{FF2B5EF4-FFF2-40B4-BE49-F238E27FC236}">
                  <a16:creationId xmlns:a16="http://schemas.microsoft.com/office/drawing/2014/main" id="{12268F7A-EAE4-B611-B295-8E510D0774CD}"/>
                </a:ext>
              </a:extLst>
            </p:cNvPr>
            <p:cNvSpPr/>
            <p:nvPr/>
          </p:nvSpPr>
          <p:spPr>
            <a:xfrm>
              <a:off x="17685180" y="5961920"/>
              <a:ext cx="560887" cy="560887"/>
            </a:xfrm>
            <a:prstGeom prst="ellipse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49" name="Phasellus vestibulum lorem sed Fermentum leo vel orci porta non.">
              <a:extLst>
                <a:ext uri="{FF2B5EF4-FFF2-40B4-BE49-F238E27FC236}">
                  <a16:creationId xmlns:a16="http://schemas.microsoft.com/office/drawing/2014/main" id="{C1A6D13E-080B-4235-07BC-FDB06B0928C7}"/>
                </a:ext>
              </a:extLst>
            </p:cNvPr>
            <p:cNvSpPr txBox="1"/>
            <p:nvPr/>
          </p:nvSpPr>
          <p:spPr>
            <a:xfrm>
              <a:off x="18611816" y="7078791"/>
              <a:ext cx="4381421" cy="87806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Нет персонализированных рекомендаций</a:t>
              </a:r>
            </a:p>
          </p:txBody>
        </p:sp>
        <p:sp>
          <p:nvSpPr>
            <p:cNvPr id="3650" name="Circle">
              <a:extLst>
                <a:ext uri="{FF2B5EF4-FFF2-40B4-BE49-F238E27FC236}">
                  <a16:creationId xmlns:a16="http://schemas.microsoft.com/office/drawing/2014/main" id="{C5000511-F508-A379-B731-36A126BC8961}"/>
                </a:ext>
              </a:extLst>
            </p:cNvPr>
            <p:cNvSpPr/>
            <p:nvPr/>
          </p:nvSpPr>
          <p:spPr>
            <a:xfrm>
              <a:off x="17685180" y="7206885"/>
              <a:ext cx="560887" cy="560887"/>
            </a:xfrm>
            <a:prstGeom prst="ellipse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51" name="Lorem ipsum dolor sit amet, consectetur adipiscing elit, sed do">
              <a:extLst>
                <a:ext uri="{FF2B5EF4-FFF2-40B4-BE49-F238E27FC236}">
                  <a16:creationId xmlns:a16="http://schemas.microsoft.com/office/drawing/2014/main" id="{C7A63EFF-A076-1DA5-CA60-5C6970B045B8}"/>
                </a:ext>
              </a:extLst>
            </p:cNvPr>
            <p:cNvSpPr txBox="1"/>
            <p:nvPr/>
          </p:nvSpPr>
          <p:spPr>
            <a:xfrm>
              <a:off x="18611816" y="8481162"/>
              <a:ext cx="4478105" cy="47167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Однообразный функционал</a:t>
              </a:r>
            </a:p>
          </p:txBody>
        </p:sp>
        <p:sp>
          <p:nvSpPr>
            <p:cNvPr id="3652" name="Circle">
              <a:extLst>
                <a:ext uri="{FF2B5EF4-FFF2-40B4-BE49-F238E27FC236}">
                  <a16:creationId xmlns:a16="http://schemas.microsoft.com/office/drawing/2014/main" id="{B7C121A2-77C4-0A47-C4CF-DB2774598305}"/>
                </a:ext>
              </a:extLst>
            </p:cNvPr>
            <p:cNvSpPr/>
            <p:nvPr/>
          </p:nvSpPr>
          <p:spPr>
            <a:xfrm>
              <a:off x="17685180" y="8451850"/>
              <a:ext cx="560887" cy="560886"/>
            </a:xfrm>
            <a:prstGeom prst="ellipse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53" name="Shape">
              <a:extLst>
                <a:ext uri="{FF2B5EF4-FFF2-40B4-BE49-F238E27FC236}">
                  <a16:creationId xmlns:a16="http://schemas.microsoft.com/office/drawing/2014/main" id="{984D1B96-2470-4E85-B0FE-A87AED3D2ED8}"/>
                </a:ext>
              </a:extLst>
            </p:cNvPr>
            <p:cNvSpPr/>
            <p:nvPr/>
          </p:nvSpPr>
          <p:spPr>
            <a:xfrm>
              <a:off x="17879482" y="4911258"/>
              <a:ext cx="172283" cy="172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8" h="21398" extrusionOk="0">
                  <a:moveTo>
                    <a:pt x="3239" y="1"/>
                  </a:moveTo>
                  <a:cubicBezTo>
                    <a:pt x="2772" y="1"/>
                    <a:pt x="2301" y="101"/>
                    <a:pt x="1867" y="303"/>
                  </a:cubicBezTo>
                  <a:cubicBezTo>
                    <a:pt x="1525" y="463"/>
                    <a:pt x="1219" y="678"/>
                    <a:pt x="952" y="945"/>
                  </a:cubicBezTo>
                  <a:cubicBezTo>
                    <a:pt x="685" y="1212"/>
                    <a:pt x="463" y="1525"/>
                    <a:pt x="303" y="1867"/>
                  </a:cubicBezTo>
                  <a:cubicBezTo>
                    <a:pt x="-101" y="2734"/>
                    <a:pt x="-101" y="3736"/>
                    <a:pt x="303" y="4603"/>
                  </a:cubicBezTo>
                  <a:cubicBezTo>
                    <a:pt x="564" y="5140"/>
                    <a:pt x="1165" y="5738"/>
                    <a:pt x="2162" y="6735"/>
                  </a:cubicBezTo>
                  <a:lnTo>
                    <a:pt x="6123" y="10695"/>
                  </a:lnTo>
                  <a:lnTo>
                    <a:pt x="2162" y="14663"/>
                  </a:lnTo>
                  <a:cubicBezTo>
                    <a:pt x="1166" y="15660"/>
                    <a:pt x="564" y="16258"/>
                    <a:pt x="303" y="16795"/>
                  </a:cubicBezTo>
                  <a:cubicBezTo>
                    <a:pt x="-101" y="17662"/>
                    <a:pt x="-101" y="18656"/>
                    <a:pt x="303" y="19524"/>
                  </a:cubicBezTo>
                  <a:cubicBezTo>
                    <a:pt x="463" y="19866"/>
                    <a:pt x="685" y="20179"/>
                    <a:pt x="952" y="20446"/>
                  </a:cubicBezTo>
                  <a:cubicBezTo>
                    <a:pt x="1219" y="20713"/>
                    <a:pt x="1525" y="20935"/>
                    <a:pt x="1867" y="21095"/>
                  </a:cubicBezTo>
                  <a:cubicBezTo>
                    <a:pt x="2734" y="21499"/>
                    <a:pt x="3736" y="21499"/>
                    <a:pt x="4603" y="21095"/>
                  </a:cubicBezTo>
                  <a:cubicBezTo>
                    <a:pt x="5140" y="20834"/>
                    <a:pt x="5738" y="20233"/>
                    <a:pt x="6735" y="19236"/>
                  </a:cubicBezTo>
                  <a:lnTo>
                    <a:pt x="10703" y="15275"/>
                  </a:lnTo>
                  <a:lnTo>
                    <a:pt x="14663" y="19236"/>
                  </a:lnTo>
                  <a:cubicBezTo>
                    <a:pt x="15660" y="20233"/>
                    <a:pt x="16258" y="20834"/>
                    <a:pt x="16795" y="21095"/>
                  </a:cubicBezTo>
                  <a:cubicBezTo>
                    <a:pt x="17662" y="21499"/>
                    <a:pt x="18664" y="21499"/>
                    <a:pt x="19531" y="21095"/>
                  </a:cubicBezTo>
                  <a:cubicBezTo>
                    <a:pt x="19873" y="20935"/>
                    <a:pt x="20186" y="20713"/>
                    <a:pt x="20453" y="20446"/>
                  </a:cubicBezTo>
                  <a:cubicBezTo>
                    <a:pt x="20720" y="20179"/>
                    <a:pt x="20935" y="19866"/>
                    <a:pt x="21095" y="19524"/>
                  </a:cubicBezTo>
                  <a:cubicBezTo>
                    <a:pt x="21499" y="18656"/>
                    <a:pt x="21499" y="17662"/>
                    <a:pt x="21095" y="16795"/>
                  </a:cubicBezTo>
                  <a:cubicBezTo>
                    <a:pt x="20834" y="16258"/>
                    <a:pt x="20240" y="15660"/>
                    <a:pt x="19243" y="14663"/>
                  </a:cubicBezTo>
                  <a:lnTo>
                    <a:pt x="15275" y="10695"/>
                  </a:lnTo>
                  <a:lnTo>
                    <a:pt x="19243" y="6735"/>
                  </a:lnTo>
                  <a:cubicBezTo>
                    <a:pt x="20240" y="5738"/>
                    <a:pt x="20834" y="5140"/>
                    <a:pt x="21095" y="4603"/>
                  </a:cubicBezTo>
                  <a:cubicBezTo>
                    <a:pt x="21499" y="3736"/>
                    <a:pt x="21499" y="2734"/>
                    <a:pt x="21095" y="1867"/>
                  </a:cubicBezTo>
                  <a:cubicBezTo>
                    <a:pt x="20935" y="1525"/>
                    <a:pt x="20720" y="1212"/>
                    <a:pt x="20453" y="945"/>
                  </a:cubicBezTo>
                  <a:cubicBezTo>
                    <a:pt x="20186" y="678"/>
                    <a:pt x="19873" y="463"/>
                    <a:pt x="19531" y="303"/>
                  </a:cubicBezTo>
                  <a:cubicBezTo>
                    <a:pt x="18664" y="-101"/>
                    <a:pt x="17662" y="-101"/>
                    <a:pt x="16795" y="303"/>
                  </a:cubicBezTo>
                  <a:cubicBezTo>
                    <a:pt x="16258" y="564"/>
                    <a:pt x="15660" y="1158"/>
                    <a:pt x="14663" y="2155"/>
                  </a:cubicBezTo>
                  <a:lnTo>
                    <a:pt x="10703" y="6123"/>
                  </a:lnTo>
                  <a:lnTo>
                    <a:pt x="6735" y="2155"/>
                  </a:lnTo>
                  <a:cubicBezTo>
                    <a:pt x="5738" y="1158"/>
                    <a:pt x="5140" y="564"/>
                    <a:pt x="4603" y="303"/>
                  </a:cubicBezTo>
                  <a:cubicBezTo>
                    <a:pt x="4170" y="101"/>
                    <a:pt x="3706" y="1"/>
                    <a:pt x="3239" y="1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54" name="Shape">
              <a:extLst>
                <a:ext uri="{FF2B5EF4-FFF2-40B4-BE49-F238E27FC236}">
                  <a16:creationId xmlns:a16="http://schemas.microsoft.com/office/drawing/2014/main" id="{64636DC2-A853-1684-B050-6EF1C8ECCB59}"/>
                </a:ext>
              </a:extLst>
            </p:cNvPr>
            <p:cNvSpPr/>
            <p:nvPr/>
          </p:nvSpPr>
          <p:spPr>
            <a:xfrm>
              <a:off x="17879482" y="6156222"/>
              <a:ext cx="172283" cy="172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8" h="21398" extrusionOk="0">
                  <a:moveTo>
                    <a:pt x="3239" y="1"/>
                  </a:moveTo>
                  <a:cubicBezTo>
                    <a:pt x="2772" y="1"/>
                    <a:pt x="2301" y="101"/>
                    <a:pt x="1867" y="303"/>
                  </a:cubicBezTo>
                  <a:cubicBezTo>
                    <a:pt x="1525" y="463"/>
                    <a:pt x="1219" y="678"/>
                    <a:pt x="952" y="945"/>
                  </a:cubicBezTo>
                  <a:cubicBezTo>
                    <a:pt x="685" y="1212"/>
                    <a:pt x="463" y="1525"/>
                    <a:pt x="303" y="1867"/>
                  </a:cubicBezTo>
                  <a:cubicBezTo>
                    <a:pt x="-101" y="2734"/>
                    <a:pt x="-101" y="3736"/>
                    <a:pt x="303" y="4603"/>
                  </a:cubicBezTo>
                  <a:cubicBezTo>
                    <a:pt x="564" y="5140"/>
                    <a:pt x="1165" y="5738"/>
                    <a:pt x="2162" y="6735"/>
                  </a:cubicBezTo>
                  <a:lnTo>
                    <a:pt x="6123" y="10695"/>
                  </a:lnTo>
                  <a:lnTo>
                    <a:pt x="2162" y="14663"/>
                  </a:lnTo>
                  <a:cubicBezTo>
                    <a:pt x="1166" y="15660"/>
                    <a:pt x="564" y="16258"/>
                    <a:pt x="303" y="16795"/>
                  </a:cubicBezTo>
                  <a:cubicBezTo>
                    <a:pt x="-101" y="17662"/>
                    <a:pt x="-101" y="18656"/>
                    <a:pt x="303" y="19524"/>
                  </a:cubicBezTo>
                  <a:cubicBezTo>
                    <a:pt x="463" y="19866"/>
                    <a:pt x="685" y="20179"/>
                    <a:pt x="952" y="20446"/>
                  </a:cubicBezTo>
                  <a:cubicBezTo>
                    <a:pt x="1219" y="20713"/>
                    <a:pt x="1525" y="20935"/>
                    <a:pt x="1867" y="21095"/>
                  </a:cubicBezTo>
                  <a:cubicBezTo>
                    <a:pt x="2734" y="21499"/>
                    <a:pt x="3736" y="21499"/>
                    <a:pt x="4603" y="21095"/>
                  </a:cubicBezTo>
                  <a:cubicBezTo>
                    <a:pt x="5140" y="20834"/>
                    <a:pt x="5738" y="20233"/>
                    <a:pt x="6735" y="19236"/>
                  </a:cubicBezTo>
                  <a:lnTo>
                    <a:pt x="10703" y="15275"/>
                  </a:lnTo>
                  <a:lnTo>
                    <a:pt x="14663" y="19236"/>
                  </a:lnTo>
                  <a:cubicBezTo>
                    <a:pt x="15660" y="20233"/>
                    <a:pt x="16258" y="20834"/>
                    <a:pt x="16795" y="21095"/>
                  </a:cubicBezTo>
                  <a:cubicBezTo>
                    <a:pt x="17662" y="21499"/>
                    <a:pt x="18664" y="21499"/>
                    <a:pt x="19531" y="21095"/>
                  </a:cubicBezTo>
                  <a:cubicBezTo>
                    <a:pt x="19873" y="20935"/>
                    <a:pt x="20186" y="20713"/>
                    <a:pt x="20453" y="20446"/>
                  </a:cubicBezTo>
                  <a:cubicBezTo>
                    <a:pt x="20720" y="20179"/>
                    <a:pt x="20935" y="19866"/>
                    <a:pt x="21095" y="19524"/>
                  </a:cubicBezTo>
                  <a:cubicBezTo>
                    <a:pt x="21499" y="18656"/>
                    <a:pt x="21499" y="17662"/>
                    <a:pt x="21095" y="16795"/>
                  </a:cubicBezTo>
                  <a:cubicBezTo>
                    <a:pt x="20834" y="16258"/>
                    <a:pt x="20240" y="15660"/>
                    <a:pt x="19243" y="14663"/>
                  </a:cubicBezTo>
                  <a:lnTo>
                    <a:pt x="15275" y="10695"/>
                  </a:lnTo>
                  <a:lnTo>
                    <a:pt x="19243" y="6735"/>
                  </a:lnTo>
                  <a:cubicBezTo>
                    <a:pt x="20240" y="5738"/>
                    <a:pt x="20834" y="5140"/>
                    <a:pt x="21095" y="4603"/>
                  </a:cubicBezTo>
                  <a:cubicBezTo>
                    <a:pt x="21499" y="3736"/>
                    <a:pt x="21499" y="2734"/>
                    <a:pt x="21095" y="1867"/>
                  </a:cubicBezTo>
                  <a:cubicBezTo>
                    <a:pt x="20935" y="1525"/>
                    <a:pt x="20720" y="1212"/>
                    <a:pt x="20453" y="945"/>
                  </a:cubicBezTo>
                  <a:cubicBezTo>
                    <a:pt x="20186" y="678"/>
                    <a:pt x="19873" y="463"/>
                    <a:pt x="19531" y="303"/>
                  </a:cubicBezTo>
                  <a:cubicBezTo>
                    <a:pt x="18664" y="-101"/>
                    <a:pt x="17662" y="-101"/>
                    <a:pt x="16795" y="303"/>
                  </a:cubicBezTo>
                  <a:cubicBezTo>
                    <a:pt x="16258" y="564"/>
                    <a:pt x="15660" y="1158"/>
                    <a:pt x="14663" y="2155"/>
                  </a:cubicBezTo>
                  <a:lnTo>
                    <a:pt x="10703" y="6123"/>
                  </a:lnTo>
                  <a:lnTo>
                    <a:pt x="6735" y="2155"/>
                  </a:lnTo>
                  <a:cubicBezTo>
                    <a:pt x="5738" y="1158"/>
                    <a:pt x="5140" y="564"/>
                    <a:pt x="4603" y="303"/>
                  </a:cubicBezTo>
                  <a:cubicBezTo>
                    <a:pt x="4170" y="101"/>
                    <a:pt x="3706" y="1"/>
                    <a:pt x="3239" y="1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55" name="Shape">
              <a:extLst>
                <a:ext uri="{FF2B5EF4-FFF2-40B4-BE49-F238E27FC236}">
                  <a16:creationId xmlns:a16="http://schemas.microsoft.com/office/drawing/2014/main" id="{EF7FF03C-1CED-E9BD-9B3B-DC0D0CF3842A}"/>
                </a:ext>
              </a:extLst>
            </p:cNvPr>
            <p:cNvSpPr/>
            <p:nvPr/>
          </p:nvSpPr>
          <p:spPr>
            <a:xfrm>
              <a:off x="17879482" y="7401187"/>
              <a:ext cx="172283" cy="172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8" h="21398" extrusionOk="0">
                  <a:moveTo>
                    <a:pt x="3239" y="1"/>
                  </a:moveTo>
                  <a:cubicBezTo>
                    <a:pt x="2772" y="1"/>
                    <a:pt x="2301" y="101"/>
                    <a:pt x="1867" y="303"/>
                  </a:cubicBezTo>
                  <a:cubicBezTo>
                    <a:pt x="1525" y="463"/>
                    <a:pt x="1219" y="678"/>
                    <a:pt x="952" y="945"/>
                  </a:cubicBezTo>
                  <a:cubicBezTo>
                    <a:pt x="685" y="1212"/>
                    <a:pt x="463" y="1525"/>
                    <a:pt x="303" y="1867"/>
                  </a:cubicBezTo>
                  <a:cubicBezTo>
                    <a:pt x="-101" y="2734"/>
                    <a:pt x="-101" y="3736"/>
                    <a:pt x="303" y="4603"/>
                  </a:cubicBezTo>
                  <a:cubicBezTo>
                    <a:pt x="564" y="5140"/>
                    <a:pt x="1165" y="5738"/>
                    <a:pt x="2162" y="6735"/>
                  </a:cubicBezTo>
                  <a:lnTo>
                    <a:pt x="6123" y="10695"/>
                  </a:lnTo>
                  <a:lnTo>
                    <a:pt x="2162" y="14663"/>
                  </a:lnTo>
                  <a:cubicBezTo>
                    <a:pt x="1166" y="15660"/>
                    <a:pt x="564" y="16258"/>
                    <a:pt x="303" y="16795"/>
                  </a:cubicBezTo>
                  <a:cubicBezTo>
                    <a:pt x="-101" y="17662"/>
                    <a:pt x="-101" y="18656"/>
                    <a:pt x="303" y="19524"/>
                  </a:cubicBezTo>
                  <a:cubicBezTo>
                    <a:pt x="463" y="19866"/>
                    <a:pt x="685" y="20179"/>
                    <a:pt x="952" y="20446"/>
                  </a:cubicBezTo>
                  <a:cubicBezTo>
                    <a:pt x="1219" y="20713"/>
                    <a:pt x="1525" y="20935"/>
                    <a:pt x="1867" y="21095"/>
                  </a:cubicBezTo>
                  <a:cubicBezTo>
                    <a:pt x="2734" y="21499"/>
                    <a:pt x="3736" y="21499"/>
                    <a:pt x="4603" y="21095"/>
                  </a:cubicBezTo>
                  <a:cubicBezTo>
                    <a:pt x="5140" y="20834"/>
                    <a:pt x="5738" y="20233"/>
                    <a:pt x="6735" y="19236"/>
                  </a:cubicBezTo>
                  <a:lnTo>
                    <a:pt x="10703" y="15275"/>
                  </a:lnTo>
                  <a:lnTo>
                    <a:pt x="14663" y="19236"/>
                  </a:lnTo>
                  <a:cubicBezTo>
                    <a:pt x="15660" y="20233"/>
                    <a:pt x="16258" y="20834"/>
                    <a:pt x="16795" y="21095"/>
                  </a:cubicBezTo>
                  <a:cubicBezTo>
                    <a:pt x="17662" y="21499"/>
                    <a:pt x="18664" y="21499"/>
                    <a:pt x="19531" y="21095"/>
                  </a:cubicBezTo>
                  <a:cubicBezTo>
                    <a:pt x="19873" y="20935"/>
                    <a:pt x="20186" y="20713"/>
                    <a:pt x="20453" y="20446"/>
                  </a:cubicBezTo>
                  <a:cubicBezTo>
                    <a:pt x="20720" y="20179"/>
                    <a:pt x="20935" y="19866"/>
                    <a:pt x="21095" y="19524"/>
                  </a:cubicBezTo>
                  <a:cubicBezTo>
                    <a:pt x="21499" y="18656"/>
                    <a:pt x="21499" y="17662"/>
                    <a:pt x="21095" y="16795"/>
                  </a:cubicBezTo>
                  <a:cubicBezTo>
                    <a:pt x="20834" y="16258"/>
                    <a:pt x="20240" y="15660"/>
                    <a:pt x="19243" y="14663"/>
                  </a:cubicBezTo>
                  <a:lnTo>
                    <a:pt x="15275" y="10695"/>
                  </a:lnTo>
                  <a:lnTo>
                    <a:pt x="19243" y="6735"/>
                  </a:lnTo>
                  <a:cubicBezTo>
                    <a:pt x="20240" y="5738"/>
                    <a:pt x="20834" y="5140"/>
                    <a:pt x="21095" y="4603"/>
                  </a:cubicBezTo>
                  <a:cubicBezTo>
                    <a:pt x="21499" y="3736"/>
                    <a:pt x="21499" y="2734"/>
                    <a:pt x="21095" y="1867"/>
                  </a:cubicBezTo>
                  <a:cubicBezTo>
                    <a:pt x="20935" y="1525"/>
                    <a:pt x="20720" y="1212"/>
                    <a:pt x="20453" y="945"/>
                  </a:cubicBezTo>
                  <a:cubicBezTo>
                    <a:pt x="20186" y="678"/>
                    <a:pt x="19873" y="463"/>
                    <a:pt x="19531" y="303"/>
                  </a:cubicBezTo>
                  <a:cubicBezTo>
                    <a:pt x="18664" y="-101"/>
                    <a:pt x="17662" y="-101"/>
                    <a:pt x="16795" y="303"/>
                  </a:cubicBezTo>
                  <a:cubicBezTo>
                    <a:pt x="16258" y="564"/>
                    <a:pt x="15660" y="1158"/>
                    <a:pt x="14663" y="2155"/>
                  </a:cubicBezTo>
                  <a:lnTo>
                    <a:pt x="10703" y="6123"/>
                  </a:lnTo>
                  <a:lnTo>
                    <a:pt x="6735" y="2155"/>
                  </a:lnTo>
                  <a:cubicBezTo>
                    <a:pt x="5738" y="1158"/>
                    <a:pt x="5140" y="564"/>
                    <a:pt x="4603" y="303"/>
                  </a:cubicBezTo>
                  <a:cubicBezTo>
                    <a:pt x="4170" y="101"/>
                    <a:pt x="3706" y="1"/>
                    <a:pt x="3239" y="1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56" name="Shape">
              <a:extLst>
                <a:ext uri="{FF2B5EF4-FFF2-40B4-BE49-F238E27FC236}">
                  <a16:creationId xmlns:a16="http://schemas.microsoft.com/office/drawing/2014/main" id="{FC5998F2-B39E-4BA7-8F08-F6C772F1C926}"/>
                </a:ext>
              </a:extLst>
            </p:cNvPr>
            <p:cNvSpPr/>
            <p:nvPr/>
          </p:nvSpPr>
          <p:spPr>
            <a:xfrm>
              <a:off x="17879482" y="8646152"/>
              <a:ext cx="172283" cy="172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8" h="21398" extrusionOk="0">
                  <a:moveTo>
                    <a:pt x="3239" y="1"/>
                  </a:moveTo>
                  <a:cubicBezTo>
                    <a:pt x="2772" y="1"/>
                    <a:pt x="2301" y="101"/>
                    <a:pt x="1867" y="303"/>
                  </a:cubicBezTo>
                  <a:cubicBezTo>
                    <a:pt x="1525" y="463"/>
                    <a:pt x="1219" y="678"/>
                    <a:pt x="952" y="945"/>
                  </a:cubicBezTo>
                  <a:cubicBezTo>
                    <a:pt x="685" y="1212"/>
                    <a:pt x="463" y="1525"/>
                    <a:pt x="303" y="1867"/>
                  </a:cubicBezTo>
                  <a:cubicBezTo>
                    <a:pt x="-101" y="2734"/>
                    <a:pt x="-101" y="3736"/>
                    <a:pt x="303" y="4603"/>
                  </a:cubicBezTo>
                  <a:cubicBezTo>
                    <a:pt x="564" y="5140"/>
                    <a:pt x="1165" y="5738"/>
                    <a:pt x="2162" y="6735"/>
                  </a:cubicBezTo>
                  <a:lnTo>
                    <a:pt x="6123" y="10695"/>
                  </a:lnTo>
                  <a:lnTo>
                    <a:pt x="2162" y="14663"/>
                  </a:lnTo>
                  <a:cubicBezTo>
                    <a:pt x="1166" y="15660"/>
                    <a:pt x="564" y="16258"/>
                    <a:pt x="303" y="16795"/>
                  </a:cubicBezTo>
                  <a:cubicBezTo>
                    <a:pt x="-101" y="17662"/>
                    <a:pt x="-101" y="18656"/>
                    <a:pt x="303" y="19524"/>
                  </a:cubicBezTo>
                  <a:cubicBezTo>
                    <a:pt x="463" y="19866"/>
                    <a:pt x="685" y="20179"/>
                    <a:pt x="952" y="20446"/>
                  </a:cubicBezTo>
                  <a:cubicBezTo>
                    <a:pt x="1219" y="20713"/>
                    <a:pt x="1525" y="20935"/>
                    <a:pt x="1867" y="21095"/>
                  </a:cubicBezTo>
                  <a:cubicBezTo>
                    <a:pt x="2734" y="21499"/>
                    <a:pt x="3736" y="21499"/>
                    <a:pt x="4603" y="21095"/>
                  </a:cubicBezTo>
                  <a:cubicBezTo>
                    <a:pt x="5140" y="20834"/>
                    <a:pt x="5738" y="20233"/>
                    <a:pt x="6735" y="19236"/>
                  </a:cubicBezTo>
                  <a:lnTo>
                    <a:pt x="10703" y="15275"/>
                  </a:lnTo>
                  <a:lnTo>
                    <a:pt x="14663" y="19236"/>
                  </a:lnTo>
                  <a:cubicBezTo>
                    <a:pt x="15660" y="20233"/>
                    <a:pt x="16258" y="20834"/>
                    <a:pt x="16795" y="21095"/>
                  </a:cubicBezTo>
                  <a:cubicBezTo>
                    <a:pt x="17662" y="21499"/>
                    <a:pt x="18664" y="21499"/>
                    <a:pt x="19531" y="21095"/>
                  </a:cubicBezTo>
                  <a:cubicBezTo>
                    <a:pt x="19873" y="20935"/>
                    <a:pt x="20186" y="20713"/>
                    <a:pt x="20453" y="20446"/>
                  </a:cubicBezTo>
                  <a:cubicBezTo>
                    <a:pt x="20720" y="20179"/>
                    <a:pt x="20935" y="19866"/>
                    <a:pt x="21095" y="19524"/>
                  </a:cubicBezTo>
                  <a:cubicBezTo>
                    <a:pt x="21499" y="18656"/>
                    <a:pt x="21499" y="17662"/>
                    <a:pt x="21095" y="16795"/>
                  </a:cubicBezTo>
                  <a:cubicBezTo>
                    <a:pt x="20834" y="16258"/>
                    <a:pt x="20240" y="15660"/>
                    <a:pt x="19243" y="14663"/>
                  </a:cubicBezTo>
                  <a:lnTo>
                    <a:pt x="15275" y="10695"/>
                  </a:lnTo>
                  <a:lnTo>
                    <a:pt x="19243" y="6735"/>
                  </a:lnTo>
                  <a:cubicBezTo>
                    <a:pt x="20240" y="5738"/>
                    <a:pt x="20834" y="5140"/>
                    <a:pt x="21095" y="4603"/>
                  </a:cubicBezTo>
                  <a:cubicBezTo>
                    <a:pt x="21499" y="3736"/>
                    <a:pt x="21499" y="2734"/>
                    <a:pt x="21095" y="1867"/>
                  </a:cubicBezTo>
                  <a:cubicBezTo>
                    <a:pt x="20935" y="1525"/>
                    <a:pt x="20720" y="1212"/>
                    <a:pt x="20453" y="945"/>
                  </a:cubicBezTo>
                  <a:cubicBezTo>
                    <a:pt x="20186" y="678"/>
                    <a:pt x="19873" y="463"/>
                    <a:pt x="19531" y="303"/>
                  </a:cubicBezTo>
                  <a:cubicBezTo>
                    <a:pt x="18664" y="-101"/>
                    <a:pt x="17662" y="-101"/>
                    <a:pt x="16795" y="303"/>
                  </a:cubicBezTo>
                  <a:cubicBezTo>
                    <a:pt x="16258" y="564"/>
                    <a:pt x="15660" y="1158"/>
                    <a:pt x="14663" y="2155"/>
                  </a:cubicBezTo>
                  <a:lnTo>
                    <a:pt x="10703" y="6123"/>
                  </a:lnTo>
                  <a:lnTo>
                    <a:pt x="6735" y="2155"/>
                  </a:lnTo>
                  <a:cubicBezTo>
                    <a:pt x="5738" y="1158"/>
                    <a:pt x="5140" y="564"/>
                    <a:pt x="4603" y="303"/>
                  </a:cubicBezTo>
                  <a:cubicBezTo>
                    <a:pt x="4170" y="101"/>
                    <a:pt x="3706" y="1"/>
                    <a:pt x="3239" y="1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657" name="Placeholder Demo Text">
            <a:extLst>
              <a:ext uri="{FF2B5EF4-FFF2-40B4-BE49-F238E27FC236}">
                <a16:creationId xmlns:a16="http://schemas.microsoft.com/office/drawing/2014/main" id="{27E524B9-EA9E-4748-4F24-66115F0CAE7E}"/>
              </a:ext>
            </a:extLst>
          </p:cNvPr>
          <p:cNvSpPr txBox="1"/>
          <p:nvPr/>
        </p:nvSpPr>
        <p:spPr>
          <a:xfrm>
            <a:off x="25855073" y="3609166"/>
            <a:ext cx="6884679" cy="1277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noAutofit/>
          </a:bodyPr>
          <a:lstStyle>
            <a:lvl1pPr algn="l">
              <a:defRPr sz="80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ru-RU" sz="3600" b="1" dirty="0">
                <a:solidFill>
                  <a:srgbClr val="171F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Существующие приложения:</a:t>
            </a:r>
          </a:p>
        </p:txBody>
      </p:sp>
    </p:spTree>
    <p:extLst>
      <p:ext uri="{BB962C8B-B14F-4D97-AF65-F5344CB8AC3E}">
        <p14:creationId xmlns:p14="http://schemas.microsoft.com/office/powerpoint/2010/main" val="31992374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">
            <a:extLst>
              <a:ext uri="{FF2B5EF4-FFF2-40B4-BE49-F238E27FC236}">
                <a16:creationId xmlns:a16="http://schemas.microsoft.com/office/drawing/2014/main" id="{722A1DCE-E7CB-40A5-8205-8871175D92B5}"/>
              </a:ext>
            </a:extLst>
          </p:cNvPr>
          <p:cNvSpPr/>
          <p:nvPr/>
        </p:nvSpPr>
        <p:spPr>
          <a:xfrm>
            <a:off x="1427163" y="2577132"/>
            <a:ext cx="3017521" cy="143978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dirty="0">
              <a:solidFill>
                <a:schemeClr val="accent2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9" name="Subtitle Text">
            <a:extLst>
              <a:ext uri="{FF2B5EF4-FFF2-40B4-BE49-F238E27FC236}">
                <a16:creationId xmlns:a16="http://schemas.microsoft.com/office/drawing/2014/main" id="{63AA870D-6BAC-4949-817B-BB5C562B231D}"/>
              </a:ext>
            </a:extLst>
          </p:cNvPr>
          <p:cNvSpPr/>
          <p:nvPr/>
        </p:nvSpPr>
        <p:spPr>
          <a:xfrm>
            <a:off x="1427164" y="2266950"/>
            <a:ext cx="3322710" cy="3375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lnSpc>
                <a:spcPct val="120000"/>
              </a:lnSpc>
              <a:defRPr sz="1400" cap="all" spc="1120">
                <a:solidFill>
                  <a:srgbClr val="2424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140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WeatherMood</a:t>
            </a:r>
            <a:endParaRPr lang="ru-RU" sz="140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Placeholder Demo Text">
            <a:extLst>
              <a:ext uri="{FF2B5EF4-FFF2-40B4-BE49-F238E27FC236}">
                <a16:creationId xmlns:a16="http://schemas.microsoft.com/office/drawing/2014/main" id="{31C82C58-FC2A-44DA-9CAF-9A491818C85D}"/>
              </a:ext>
            </a:extLst>
          </p:cNvPr>
          <p:cNvSpPr txBox="1"/>
          <p:nvPr/>
        </p:nvSpPr>
        <p:spPr>
          <a:xfrm>
            <a:off x="1414656" y="3404088"/>
            <a:ext cx="21066043" cy="133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1" tIns="50801" rIns="50801" bIns="50801">
            <a:spAutoFit/>
          </a:bodyPr>
          <a:lstStyle>
            <a:lvl1pPr algn="l">
              <a:defRPr sz="80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ru-R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Технический стек</a:t>
            </a:r>
            <a:endParaRPr lang="en-US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Group 1">
            <a:extLst>
              <a:ext uri="{FF2B5EF4-FFF2-40B4-BE49-F238E27FC236}">
                <a16:creationId xmlns:a16="http://schemas.microsoft.com/office/drawing/2014/main" id="{C717EC7B-BC84-929D-719F-4BB83B83FF04}"/>
              </a:ext>
            </a:extLst>
          </p:cNvPr>
          <p:cNvGrpSpPr/>
          <p:nvPr/>
        </p:nvGrpSpPr>
        <p:grpSpPr>
          <a:xfrm>
            <a:off x="22987906" y="5986600"/>
            <a:ext cx="3765024" cy="5650496"/>
            <a:chOff x="1713437" y="6548477"/>
            <a:chExt cx="3765024" cy="5650497"/>
          </a:xfrm>
        </p:grpSpPr>
        <p:sp>
          <p:nvSpPr>
            <p:cNvPr id="13" name="Rounded Rectangle">
              <a:extLst>
                <a:ext uri="{FF2B5EF4-FFF2-40B4-BE49-F238E27FC236}">
                  <a16:creationId xmlns:a16="http://schemas.microsoft.com/office/drawing/2014/main" id="{79F2B02A-104D-CFD3-AC0B-D074A3BB05C4}"/>
                </a:ext>
              </a:extLst>
            </p:cNvPr>
            <p:cNvSpPr/>
            <p:nvPr/>
          </p:nvSpPr>
          <p:spPr>
            <a:xfrm>
              <a:off x="1713437" y="6548477"/>
              <a:ext cx="3765024" cy="5650497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4" name="Type text">
              <a:extLst>
                <a:ext uri="{FF2B5EF4-FFF2-40B4-BE49-F238E27FC236}">
                  <a16:creationId xmlns:a16="http://schemas.microsoft.com/office/drawing/2014/main" id="{048449F6-B430-E35B-27DD-20FF8FB39233}"/>
                </a:ext>
              </a:extLst>
            </p:cNvPr>
            <p:cNvSpPr txBox="1"/>
            <p:nvPr/>
          </p:nvSpPr>
          <p:spPr>
            <a:xfrm>
              <a:off x="2174087" y="8020758"/>
              <a:ext cx="2578506" cy="964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en-US" dirty="0">
                  <a:solidFill>
                    <a:schemeClr val="accent2"/>
                  </a:solidFill>
                </a:rPr>
                <a:t>Kotlin Coroutines</a:t>
              </a:r>
              <a:endParaRPr lang="ru-RU" dirty="0">
                <a:solidFill>
                  <a:schemeClr val="accent2"/>
                </a:solidFill>
              </a:endParaRPr>
            </a:p>
          </p:txBody>
        </p:sp>
        <p:sp>
          <p:nvSpPr>
            <p:cNvPr id="15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4C8E6EDD-675C-29E4-56BD-F3D5B534C6FB}"/>
                </a:ext>
              </a:extLst>
            </p:cNvPr>
            <p:cNvSpPr txBox="1"/>
            <p:nvPr/>
          </p:nvSpPr>
          <p:spPr>
            <a:xfrm>
              <a:off x="2174087" y="9074661"/>
              <a:ext cx="2839217" cy="2910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Выполнение задач в фоне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Приложение не зависает при загрузке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Плавная работа интерфейса</a:t>
              </a:r>
            </a:p>
          </p:txBody>
        </p:sp>
      </p:grpSp>
      <p:grpSp>
        <p:nvGrpSpPr>
          <p:cNvPr id="16" name="Group 2">
            <a:extLst>
              <a:ext uri="{FF2B5EF4-FFF2-40B4-BE49-F238E27FC236}">
                <a16:creationId xmlns:a16="http://schemas.microsoft.com/office/drawing/2014/main" id="{9FCAFC19-5255-1928-7D76-84FF20B9D817}"/>
              </a:ext>
            </a:extLst>
          </p:cNvPr>
          <p:cNvGrpSpPr/>
          <p:nvPr/>
        </p:nvGrpSpPr>
        <p:grpSpPr>
          <a:xfrm>
            <a:off x="27295485" y="5711882"/>
            <a:ext cx="3765024" cy="5925212"/>
            <a:chOff x="5900203" y="5063738"/>
            <a:chExt cx="3765024" cy="7135235"/>
          </a:xfrm>
        </p:grpSpPr>
        <p:sp>
          <p:nvSpPr>
            <p:cNvPr id="17" name="Rounded Rectangle">
              <a:extLst>
                <a:ext uri="{FF2B5EF4-FFF2-40B4-BE49-F238E27FC236}">
                  <a16:creationId xmlns:a16="http://schemas.microsoft.com/office/drawing/2014/main" id="{C9586C74-EEF2-029D-E6DA-09D8A5DC062B}"/>
                </a:ext>
              </a:extLst>
            </p:cNvPr>
            <p:cNvSpPr/>
            <p:nvPr/>
          </p:nvSpPr>
          <p:spPr>
            <a:xfrm>
              <a:off x="5900203" y="5063738"/>
              <a:ext cx="3765024" cy="7135235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8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3D73C3C5-12FB-689C-A7D5-6BE45417AE8F}"/>
                </a:ext>
              </a:extLst>
            </p:cNvPr>
            <p:cNvSpPr txBox="1"/>
            <p:nvPr/>
          </p:nvSpPr>
          <p:spPr>
            <a:xfrm>
              <a:off x="6350698" y="7376971"/>
              <a:ext cx="2839217" cy="448307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WorkManager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синхронизация в фоне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Location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Services - определение местоположения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SharedPreferences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сохранение настроек</a:t>
              </a:r>
            </a:p>
          </p:txBody>
        </p:sp>
      </p:grpSp>
      <p:sp>
        <p:nvSpPr>
          <p:cNvPr id="19" name="Type text">
            <a:extLst>
              <a:ext uri="{FF2B5EF4-FFF2-40B4-BE49-F238E27FC236}">
                <a16:creationId xmlns:a16="http://schemas.microsoft.com/office/drawing/2014/main" id="{EDFF50D9-FD82-83EF-7D63-1D33BB185B41}"/>
              </a:ext>
            </a:extLst>
          </p:cNvPr>
          <p:cNvSpPr txBox="1"/>
          <p:nvPr/>
        </p:nvSpPr>
        <p:spPr>
          <a:xfrm>
            <a:off x="23420939" y="6157944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async</a:t>
            </a:r>
            <a:endParaRPr lang="ru-RU" sz="6000" dirty="0">
              <a:solidFill>
                <a:srgbClr val="757D7D"/>
              </a:solidFill>
            </a:endParaRPr>
          </a:p>
        </p:txBody>
      </p:sp>
      <p:grpSp>
        <p:nvGrpSpPr>
          <p:cNvPr id="20" name="Group 1">
            <a:extLst>
              <a:ext uri="{FF2B5EF4-FFF2-40B4-BE49-F238E27FC236}">
                <a16:creationId xmlns:a16="http://schemas.microsoft.com/office/drawing/2014/main" id="{4F34BF20-FBD3-DF56-7D28-8497ADEF6D31}"/>
              </a:ext>
            </a:extLst>
          </p:cNvPr>
          <p:cNvGrpSpPr/>
          <p:nvPr/>
        </p:nvGrpSpPr>
        <p:grpSpPr>
          <a:xfrm>
            <a:off x="1519773" y="5986602"/>
            <a:ext cx="3765024" cy="5650496"/>
            <a:chOff x="1713437" y="6548477"/>
            <a:chExt cx="3765024" cy="5650497"/>
          </a:xfrm>
        </p:grpSpPr>
        <p:sp>
          <p:nvSpPr>
            <p:cNvPr id="21" name="Rounded Rectangle">
              <a:extLst>
                <a:ext uri="{FF2B5EF4-FFF2-40B4-BE49-F238E27FC236}">
                  <a16:creationId xmlns:a16="http://schemas.microsoft.com/office/drawing/2014/main" id="{71DAF41C-85CC-08A9-5C2E-4F0A2E833DFE}"/>
                </a:ext>
              </a:extLst>
            </p:cNvPr>
            <p:cNvSpPr/>
            <p:nvPr/>
          </p:nvSpPr>
          <p:spPr>
            <a:xfrm>
              <a:off x="1713437" y="6548477"/>
              <a:ext cx="3765024" cy="5650497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22" name="Type text">
              <a:extLst>
                <a:ext uri="{FF2B5EF4-FFF2-40B4-BE49-F238E27FC236}">
                  <a16:creationId xmlns:a16="http://schemas.microsoft.com/office/drawing/2014/main" id="{B09453A4-E257-E969-7AD0-214B853ABCC5}"/>
                </a:ext>
              </a:extLst>
            </p:cNvPr>
            <p:cNvSpPr txBox="1"/>
            <p:nvPr/>
          </p:nvSpPr>
          <p:spPr>
            <a:xfrm>
              <a:off x="2205855" y="8673750"/>
              <a:ext cx="2578506" cy="5336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en-US" dirty="0">
                  <a:solidFill>
                    <a:schemeClr val="accent2"/>
                  </a:solidFill>
                </a:rPr>
                <a:t>Kotlin</a:t>
              </a:r>
              <a:endParaRPr lang="ru-RU" dirty="0">
                <a:solidFill>
                  <a:schemeClr val="accent2"/>
                </a:solidFill>
              </a:endParaRPr>
            </a:p>
          </p:txBody>
        </p:sp>
        <p:sp>
          <p:nvSpPr>
            <p:cNvPr id="23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EEE2D06D-918C-989C-ECB4-74D24053714C}"/>
                </a:ext>
              </a:extLst>
            </p:cNvPr>
            <p:cNvSpPr txBox="1"/>
            <p:nvPr/>
          </p:nvSpPr>
          <p:spPr>
            <a:xfrm>
              <a:off x="2190653" y="9253583"/>
              <a:ext cx="2839217" cy="25036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Официальный язык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Android</a:t>
              </a:r>
              <a:endParaRPr lang="ru-RU" sz="220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Современный и безопасный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Упрощает написание кода</a:t>
              </a:r>
            </a:p>
          </p:txBody>
        </p:sp>
      </p:grpSp>
      <p:grpSp>
        <p:nvGrpSpPr>
          <p:cNvPr id="24" name="Group 2">
            <a:extLst>
              <a:ext uri="{FF2B5EF4-FFF2-40B4-BE49-F238E27FC236}">
                <a16:creationId xmlns:a16="http://schemas.microsoft.com/office/drawing/2014/main" id="{A7FB2789-82A7-1DF9-4EE3-D4AA307D3F12}"/>
              </a:ext>
            </a:extLst>
          </p:cNvPr>
          <p:cNvGrpSpPr/>
          <p:nvPr/>
        </p:nvGrpSpPr>
        <p:grpSpPr>
          <a:xfrm>
            <a:off x="5827352" y="5711884"/>
            <a:ext cx="3765024" cy="5925212"/>
            <a:chOff x="5900203" y="5063738"/>
            <a:chExt cx="3765024" cy="7135235"/>
          </a:xfrm>
        </p:grpSpPr>
        <p:sp>
          <p:nvSpPr>
            <p:cNvPr id="25" name="Rounded Rectangle">
              <a:extLst>
                <a:ext uri="{FF2B5EF4-FFF2-40B4-BE49-F238E27FC236}">
                  <a16:creationId xmlns:a16="http://schemas.microsoft.com/office/drawing/2014/main" id="{8C9ABE1D-C1D3-B5F9-7272-9A92CB65A93B}"/>
                </a:ext>
              </a:extLst>
            </p:cNvPr>
            <p:cNvSpPr/>
            <p:nvPr/>
          </p:nvSpPr>
          <p:spPr>
            <a:xfrm>
              <a:off x="5900203" y="5063738"/>
              <a:ext cx="3765024" cy="7135235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26" name="Type text">
              <a:extLst>
                <a:ext uri="{FF2B5EF4-FFF2-40B4-BE49-F238E27FC236}">
                  <a16:creationId xmlns:a16="http://schemas.microsoft.com/office/drawing/2014/main" id="{2C5C9319-B9EC-67D6-F0A0-7129E4A6701E}"/>
                </a:ext>
              </a:extLst>
            </p:cNvPr>
            <p:cNvSpPr txBox="1"/>
            <p:nvPr/>
          </p:nvSpPr>
          <p:spPr>
            <a:xfrm>
              <a:off x="6350699" y="7150194"/>
              <a:ext cx="2839216" cy="53361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en-US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Material Design</a:t>
              </a:r>
              <a:endParaRPr lang="ru-RU" sz="2801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D151722C-671E-B0ED-5665-4DBEF139357A}"/>
                </a:ext>
              </a:extLst>
            </p:cNvPr>
            <p:cNvSpPr txBox="1"/>
            <p:nvPr/>
          </p:nvSpPr>
          <p:spPr>
            <a:xfrm>
              <a:off x="6350698" y="7914882"/>
              <a:ext cx="2839217" cy="331642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Компоненты от Google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Красивый современный дизайн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Готовые элементы (кнопки, карточки, меню)</a:t>
              </a:r>
            </a:p>
          </p:txBody>
        </p:sp>
      </p:grpSp>
      <p:grpSp>
        <p:nvGrpSpPr>
          <p:cNvPr id="28" name="Group 5">
            <a:extLst>
              <a:ext uri="{FF2B5EF4-FFF2-40B4-BE49-F238E27FC236}">
                <a16:creationId xmlns:a16="http://schemas.microsoft.com/office/drawing/2014/main" id="{FF463BF6-2CBC-38B2-ED6C-245F3828112D}"/>
              </a:ext>
            </a:extLst>
          </p:cNvPr>
          <p:cNvGrpSpPr/>
          <p:nvPr/>
        </p:nvGrpSpPr>
        <p:grpSpPr>
          <a:xfrm>
            <a:off x="18750092" y="5986602"/>
            <a:ext cx="3765024" cy="5650494"/>
            <a:chOff x="18460502" y="5844393"/>
            <a:chExt cx="3765024" cy="6354580"/>
          </a:xfrm>
        </p:grpSpPr>
        <p:sp>
          <p:nvSpPr>
            <p:cNvPr id="29" name="Rounded Rectangle">
              <a:extLst>
                <a:ext uri="{FF2B5EF4-FFF2-40B4-BE49-F238E27FC236}">
                  <a16:creationId xmlns:a16="http://schemas.microsoft.com/office/drawing/2014/main" id="{DF86011B-62E4-AE1D-E7DC-14935719B003}"/>
                </a:ext>
              </a:extLst>
            </p:cNvPr>
            <p:cNvSpPr/>
            <p:nvPr/>
          </p:nvSpPr>
          <p:spPr>
            <a:xfrm>
              <a:off x="18460502" y="5844393"/>
              <a:ext cx="3765024" cy="6354580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30" name="Type text">
              <a:extLst>
                <a:ext uri="{FF2B5EF4-FFF2-40B4-BE49-F238E27FC236}">
                  <a16:creationId xmlns:a16="http://schemas.microsoft.com/office/drawing/2014/main" id="{B8F7807D-AB52-54BC-D522-C1CF4A82DA81}"/>
                </a:ext>
              </a:extLst>
            </p:cNvPr>
            <p:cNvSpPr txBox="1"/>
            <p:nvPr/>
          </p:nvSpPr>
          <p:spPr>
            <a:xfrm>
              <a:off x="18952923" y="7411804"/>
              <a:ext cx="2578506" cy="9646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en-US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Firebase (</a:t>
              </a:r>
              <a:r>
                <a:rPr lang="ru-RU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 облаке)</a:t>
              </a:r>
            </a:p>
          </p:txBody>
        </p:sp>
        <p:sp>
          <p:nvSpPr>
            <p:cNvPr id="31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3A615CF6-1AE6-3107-63FA-596DAE6BE8E8}"/>
                </a:ext>
              </a:extLst>
            </p:cNvPr>
            <p:cNvSpPr txBox="1"/>
            <p:nvPr/>
          </p:nvSpPr>
          <p:spPr>
            <a:xfrm>
              <a:off x="18952923" y="8539370"/>
              <a:ext cx="3021425" cy="29100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Firebase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Auth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вход по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endParaRPr lang="ru-RU" sz="220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Firestore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синхронизация между устройствами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Сохранение данных в безопасности</a:t>
              </a:r>
            </a:p>
          </p:txBody>
        </p:sp>
      </p:grpSp>
      <p:grpSp>
        <p:nvGrpSpPr>
          <p:cNvPr id="32" name="Group 4">
            <a:extLst>
              <a:ext uri="{FF2B5EF4-FFF2-40B4-BE49-F238E27FC236}">
                <a16:creationId xmlns:a16="http://schemas.microsoft.com/office/drawing/2014/main" id="{0E879716-BBCD-85F5-6358-B15D66665E8C}"/>
              </a:ext>
            </a:extLst>
          </p:cNvPr>
          <p:cNvGrpSpPr/>
          <p:nvPr/>
        </p:nvGrpSpPr>
        <p:grpSpPr>
          <a:xfrm>
            <a:off x="14442513" y="5711884"/>
            <a:ext cx="3765024" cy="5925212"/>
            <a:chOff x="14273736" y="5063738"/>
            <a:chExt cx="3765024" cy="7135235"/>
          </a:xfrm>
        </p:grpSpPr>
        <p:sp>
          <p:nvSpPr>
            <p:cNvPr id="33" name="Rounded Rectangle">
              <a:extLst>
                <a:ext uri="{FF2B5EF4-FFF2-40B4-BE49-F238E27FC236}">
                  <a16:creationId xmlns:a16="http://schemas.microsoft.com/office/drawing/2014/main" id="{A6F9F214-CA50-69D6-216B-878F418159D7}"/>
                </a:ext>
              </a:extLst>
            </p:cNvPr>
            <p:cNvSpPr/>
            <p:nvPr/>
          </p:nvSpPr>
          <p:spPr>
            <a:xfrm>
              <a:off x="14273736" y="5063738"/>
              <a:ext cx="3765024" cy="7135235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34" name="Type text">
              <a:extLst>
                <a:ext uri="{FF2B5EF4-FFF2-40B4-BE49-F238E27FC236}">
                  <a16:creationId xmlns:a16="http://schemas.microsoft.com/office/drawing/2014/main" id="{29601855-F80E-7159-D58E-665DBBFE6ECB}"/>
                </a:ext>
              </a:extLst>
            </p:cNvPr>
            <p:cNvSpPr txBox="1"/>
            <p:nvPr/>
          </p:nvSpPr>
          <p:spPr>
            <a:xfrm>
              <a:off x="14766157" y="6316661"/>
              <a:ext cx="2908482" cy="9646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en-US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Room Database (</a:t>
              </a:r>
              <a:r>
                <a:rPr lang="ru-RU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локально)</a:t>
              </a:r>
            </a:p>
          </p:txBody>
        </p:sp>
        <p:sp>
          <p:nvSpPr>
            <p:cNvPr id="35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CC519E15-A582-6AFF-FD70-05D6B9A3331A}"/>
                </a:ext>
              </a:extLst>
            </p:cNvPr>
            <p:cNvSpPr txBox="1"/>
            <p:nvPr/>
          </p:nvSpPr>
          <p:spPr>
            <a:xfrm>
              <a:off x="14750952" y="7382963"/>
              <a:ext cx="2908482" cy="372281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Хранение настроений и городов на устройстве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Быстрая работа без интернета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Автоматическое управление базой данных</a:t>
              </a:r>
            </a:p>
          </p:txBody>
        </p:sp>
      </p:grpSp>
      <p:grpSp>
        <p:nvGrpSpPr>
          <p:cNvPr id="36" name="Group 3">
            <a:extLst>
              <a:ext uri="{FF2B5EF4-FFF2-40B4-BE49-F238E27FC236}">
                <a16:creationId xmlns:a16="http://schemas.microsoft.com/office/drawing/2014/main" id="{E2333D23-F010-C65D-B843-7E1EFBA95F60}"/>
              </a:ext>
            </a:extLst>
          </p:cNvPr>
          <p:cNvGrpSpPr/>
          <p:nvPr/>
        </p:nvGrpSpPr>
        <p:grpSpPr>
          <a:xfrm>
            <a:off x="10134932" y="5529983"/>
            <a:ext cx="3765024" cy="6107113"/>
            <a:chOff x="10086970" y="5063738"/>
            <a:chExt cx="3765023" cy="7135235"/>
          </a:xfrm>
        </p:grpSpPr>
        <p:sp>
          <p:nvSpPr>
            <p:cNvPr id="40" name="Rounded Rectangle">
              <a:extLst>
                <a:ext uri="{FF2B5EF4-FFF2-40B4-BE49-F238E27FC236}">
                  <a16:creationId xmlns:a16="http://schemas.microsoft.com/office/drawing/2014/main" id="{A1334740-B8CB-7BD3-FF54-0B4DE2A64874}"/>
                </a:ext>
              </a:extLst>
            </p:cNvPr>
            <p:cNvSpPr/>
            <p:nvPr/>
          </p:nvSpPr>
          <p:spPr>
            <a:xfrm>
              <a:off x="10086970" y="5063738"/>
              <a:ext cx="3765023" cy="7135235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41" name="Type text">
              <a:extLst>
                <a:ext uri="{FF2B5EF4-FFF2-40B4-BE49-F238E27FC236}">
                  <a16:creationId xmlns:a16="http://schemas.microsoft.com/office/drawing/2014/main" id="{DE2CB8F9-7445-E85A-4397-D9B6A135F8E1}"/>
                </a:ext>
              </a:extLst>
            </p:cNvPr>
            <p:cNvSpPr txBox="1"/>
            <p:nvPr/>
          </p:nvSpPr>
          <p:spPr>
            <a:xfrm>
              <a:off x="10551775" y="6449304"/>
              <a:ext cx="2625015" cy="139564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en-US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Retrofit + </a:t>
              </a:r>
              <a:r>
                <a:rPr lang="en-US" sz="2801" b="1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OpenWeatherMap</a:t>
              </a:r>
              <a:r>
                <a:rPr lang="en-US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API</a:t>
              </a:r>
              <a:endParaRPr lang="ru-RU" sz="2801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8EE84BDF-C4EA-336E-11A8-6273EFD36F40}"/>
                </a:ext>
              </a:extLst>
            </p:cNvPr>
            <p:cNvSpPr txBox="1"/>
            <p:nvPr/>
          </p:nvSpPr>
          <p:spPr>
            <a:xfrm>
              <a:off x="10564186" y="8099554"/>
              <a:ext cx="2839216" cy="331642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Retrofit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для запросов к серверу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OpenWeatherMap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источник погодных данных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Автоматическое преобразование данных</a:t>
              </a:r>
            </a:p>
          </p:txBody>
        </p:sp>
      </p:grpSp>
      <p:sp>
        <p:nvSpPr>
          <p:cNvPr id="43" name="Type text">
            <a:extLst>
              <a:ext uri="{FF2B5EF4-FFF2-40B4-BE49-F238E27FC236}">
                <a16:creationId xmlns:a16="http://schemas.microsoft.com/office/drawing/2014/main" id="{75365146-E3CA-0A68-857F-A0370FD36768}"/>
              </a:ext>
            </a:extLst>
          </p:cNvPr>
          <p:cNvSpPr txBox="1"/>
          <p:nvPr/>
        </p:nvSpPr>
        <p:spPr>
          <a:xfrm>
            <a:off x="2012191" y="6430471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ru-RU" sz="6000" dirty="0">
                <a:solidFill>
                  <a:srgbClr val="757D7D"/>
                </a:solidFill>
              </a:rPr>
              <a:t>ЯП</a:t>
            </a:r>
          </a:p>
        </p:txBody>
      </p:sp>
      <p:sp>
        <p:nvSpPr>
          <p:cNvPr id="44" name="Type text">
            <a:extLst>
              <a:ext uri="{FF2B5EF4-FFF2-40B4-BE49-F238E27FC236}">
                <a16:creationId xmlns:a16="http://schemas.microsoft.com/office/drawing/2014/main" id="{2EF99F19-4DAF-67DE-EEDD-41CDF6FF06B1}"/>
              </a:ext>
            </a:extLst>
          </p:cNvPr>
          <p:cNvSpPr txBox="1"/>
          <p:nvPr/>
        </p:nvSpPr>
        <p:spPr>
          <a:xfrm>
            <a:off x="6222615" y="6083821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UI</a:t>
            </a:r>
            <a:endParaRPr lang="ru-RU" sz="6000" dirty="0">
              <a:solidFill>
                <a:srgbClr val="757D7D"/>
              </a:solidFill>
            </a:endParaRPr>
          </a:p>
        </p:txBody>
      </p:sp>
      <p:sp>
        <p:nvSpPr>
          <p:cNvPr id="45" name="Type text">
            <a:extLst>
              <a:ext uri="{FF2B5EF4-FFF2-40B4-BE49-F238E27FC236}">
                <a16:creationId xmlns:a16="http://schemas.microsoft.com/office/drawing/2014/main" id="{FB58E2D7-C89B-94C5-2A4D-819D0CCF35CF}"/>
              </a:ext>
            </a:extLst>
          </p:cNvPr>
          <p:cNvSpPr txBox="1"/>
          <p:nvPr/>
        </p:nvSpPr>
        <p:spPr>
          <a:xfrm>
            <a:off x="10465020" y="5711884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API</a:t>
            </a:r>
            <a:endParaRPr lang="ru-RU" sz="6000" dirty="0">
              <a:solidFill>
                <a:srgbClr val="757D7D"/>
              </a:solidFill>
            </a:endParaRPr>
          </a:p>
        </p:txBody>
      </p:sp>
      <p:sp>
        <p:nvSpPr>
          <p:cNvPr id="46" name="Type text">
            <a:extLst>
              <a:ext uri="{FF2B5EF4-FFF2-40B4-BE49-F238E27FC236}">
                <a16:creationId xmlns:a16="http://schemas.microsoft.com/office/drawing/2014/main" id="{1AF62C09-A1E4-DADF-CD1B-951B61BC38C9}"/>
              </a:ext>
            </a:extLst>
          </p:cNvPr>
          <p:cNvSpPr txBox="1"/>
          <p:nvPr/>
        </p:nvSpPr>
        <p:spPr>
          <a:xfrm>
            <a:off x="14828488" y="5794245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DB</a:t>
            </a:r>
            <a:endParaRPr lang="ru-RU" sz="6000" dirty="0">
              <a:solidFill>
                <a:srgbClr val="757D7D"/>
              </a:solidFill>
            </a:endParaRPr>
          </a:p>
        </p:txBody>
      </p:sp>
      <p:sp>
        <p:nvSpPr>
          <p:cNvPr id="47" name="Type text">
            <a:extLst>
              <a:ext uri="{FF2B5EF4-FFF2-40B4-BE49-F238E27FC236}">
                <a16:creationId xmlns:a16="http://schemas.microsoft.com/office/drawing/2014/main" id="{386842D9-99BE-C5C8-42C1-17E6FFF25617}"/>
              </a:ext>
            </a:extLst>
          </p:cNvPr>
          <p:cNvSpPr txBox="1"/>
          <p:nvPr/>
        </p:nvSpPr>
        <p:spPr>
          <a:xfrm>
            <a:off x="19084541" y="6126927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DB</a:t>
            </a:r>
            <a:endParaRPr lang="ru-RU" sz="6000" dirty="0">
              <a:solidFill>
                <a:srgbClr val="757D7D"/>
              </a:solidFill>
            </a:endParaRPr>
          </a:p>
        </p:txBody>
      </p:sp>
      <p:sp>
        <p:nvSpPr>
          <p:cNvPr id="48" name="Type text">
            <a:extLst>
              <a:ext uri="{FF2B5EF4-FFF2-40B4-BE49-F238E27FC236}">
                <a16:creationId xmlns:a16="http://schemas.microsoft.com/office/drawing/2014/main" id="{29C0526B-00CE-59A4-A73E-F80A0F1F576F}"/>
              </a:ext>
            </a:extLst>
          </p:cNvPr>
          <p:cNvSpPr txBox="1"/>
          <p:nvPr/>
        </p:nvSpPr>
        <p:spPr>
          <a:xfrm>
            <a:off x="27718363" y="6026752"/>
            <a:ext cx="2894449" cy="13337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4000" dirty="0">
                <a:solidFill>
                  <a:srgbClr val="757D7D"/>
                </a:solidFill>
              </a:rPr>
              <a:t>in addition</a:t>
            </a:r>
            <a:endParaRPr lang="ru-RU" sz="4000" dirty="0">
              <a:solidFill>
                <a:srgbClr val="757D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5987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EB619AA-EAB1-5F49-BF52-098C964FCD5B}"/>
              </a:ext>
            </a:extLst>
          </p:cNvPr>
          <p:cNvGrpSpPr/>
          <p:nvPr/>
        </p:nvGrpSpPr>
        <p:grpSpPr>
          <a:xfrm>
            <a:off x="14372747" y="6152963"/>
            <a:ext cx="3765024" cy="5650496"/>
            <a:chOff x="1713437" y="6548477"/>
            <a:chExt cx="3765024" cy="5650497"/>
          </a:xfrm>
        </p:grpSpPr>
        <p:sp>
          <p:nvSpPr>
            <p:cNvPr id="3833" name="Rounded Rectangle"/>
            <p:cNvSpPr/>
            <p:nvPr/>
          </p:nvSpPr>
          <p:spPr>
            <a:xfrm>
              <a:off x="1713437" y="6548477"/>
              <a:ext cx="3765024" cy="5650497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3834" name="Type text"/>
            <p:cNvSpPr txBox="1"/>
            <p:nvPr/>
          </p:nvSpPr>
          <p:spPr>
            <a:xfrm>
              <a:off x="2174087" y="8020758"/>
              <a:ext cx="2578506" cy="964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en-US" dirty="0">
                  <a:solidFill>
                    <a:schemeClr val="accent2"/>
                  </a:solidFill>
                </a:rPr>
                <a:t>Kotlin Coroutines</a:t>
              </a:r>
              <a:endParaRPr lang="ru-RU" dirty="0">
                <a:solidFill>
                  <a:schemeClr val="accent2"/>
                </a:solidFill>
              </a:endParaRPr>
            </a:p>
          </p:txBody>
        </p:sp>
        <p:sp>
          <p:nvSpPr>
            <p:cNvPr id="3835" name="Lorem ipsum dolor sit amet, consectetur adipiscing elit, sed do incididunt ut labore et dolore magna aliqua orci porta non."/>
            <p:cNvSpPr txBox="1"/>
            <p:nvPr/>
          </p:nvSpPr>
          <p:spPr>
            <a:xfrm>
              <a:off x="2174087" y="9074661"/>
              <a:ext cx="2839217" cy="2910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Выполнение задач в фоне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Приложение не зависает при загрузке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Плавная работа интерфейса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4FC1D69-44F6-2F4E-B159-78E7798F82B7}"/>
              </a:ext>
            </a:extLst>
          </p:cNvPr>
          <p:cNvGrpSpPr/>
          <p:nvPr/>
        </p:nvGrpSpPr>
        <p:grpSpPr>
          <a:xfrm>
            <a:off x="18680326" y="5878245"/>
            <a:ext cx="3765024" cy="5925212"/>
            <a:chOff x="5900203" y="5063738"/>
            <a:chExt cx="3765024" cy="7135235"/>
          </a:xfrm>
        </p:grpSpPr>
        <p:sp>
          <p:nvSpPr>
            <p:cNvPr id="3839" name="Rounded Rectangle"/>
            <p:cNvSpPr/>
            <p:nvPr/>
          </p:nvSpPr>
          <p:spPr>
            <a:xfrm>
              <a:off x="5900203" y="5063738"/>
              <a:ext cx="3765024" cy="7135235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3841" name="Lorem ipsum dolor sit amet, consectetur adipiscing elit, sed do incididunt ut labore et dolore magna aliqua orci porta non."/>
            <p:cNvSpPr txBox="1"/>
            <p:nvPr/>
          </p:nvSpPr>
          <p:spPr>
            <a:xfrm>
              <a:off x="6350698" y="7376971"/>
              <a:ext cx="2839217" cy="448307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WorkManager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синхронизация в фоне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Location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Services - определение местоположения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SharedPreferences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сохранение настроек</a:t>
              </a:r>
            </a:p>
          </p:txBody>
        </p:sp>
      </p:grpSp>
      <p:sp>
        <p:nvSpPr>
          <p:cNvPr id="38" name="Rectangle">
            <a:extLst>
              <a:ext uri="{FF2B5EF4-FFF2-40B4-BE49-F238E27FC236}">
                <a16:creationId xmlns:a16="http://schemas.microsoft.com/office/drawing/2014/main" id="{722A1DCE-E7CB-40A5-8205-8871175D92B5}"/>
              </a:ext>
            </a:extLst>
          </p:cNvPr>
          <p:cNvSpPr/>
          <p:nvPr/>
        </p:nvSpPr>
        <p:spPr>
          <a:xfrm>
            <a:off x="1427163" y="2577132"/>
            <a:ext cx="3017521" cy="143978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dirty="0">
              <a:solidFill>
                <a:schemeClr val="accent2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9" name="Subtitle Text">
            <a:extLst>
              <a:ext uri="{FF2B5EF4-FFF2-40B4-BE49-F238E27FC236}">
                <a16:creationId xmlns:a16="http://schemas.microsoft.com/office/drawing/2014/main" id="{63AA870D-6BAC-4949-817B-BB5C562B231D}"/>
              </a:ext>
            </a:extLst>
          </p:cNvPr>
          <p:cNvSpPr/>
          <p:nvPr/>
        </p:nvSpPr>
        <p:spPr>
          <a:xfrm>
            <a:off x="1427164" y="2266950"/>
            <a:ext cx="3322710" cy="3375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lnSpc>
                <a:spcPct val="120000"/>
              </a:lnSpc>
              <a:defRPr sz="1400" cap="all" spc="1120">
                <a:solidFill>
                  <a:srgbClr val="2424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140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WeatherMood</a:t>
            </a:r>
            <a:endParaRPr lang="ru-RU" sz="140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Placeholder Demo Text">
            <a:extLst>
              <a:ext uri="{FF2B5EF4-FFF2-40B4-BE49-F238E27FC236}">
                <a16:creationId xmlns:a16="http://schemas.microsoft.com/office/drawing/2014/main" id="{31C82C58-FC2A-44DA-9CAF-9A491818C85D}"/>
              </a:ext>
            </a:extLst>
          </p:cNvPr>
          <p:cNvSpPr txBox="1"/>
          <p:nvPr/>
        </p:nvSpPr>
        <p:spPr>
          <a:xfrm>
            <a:off x="1414656" y="3404088"/>
            <a:ext cx="21066043" cy="133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>
            <a:spAutoFit/>
          </a:bodyPr>
          <a:lstStyle>
            <a:lvl1pPr algn="l">
              <a:defRPr sz="80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ru-R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Технический стек</a:t>
            </a:r>
            <a:endParaRPr lang="en-US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ype text">
            <a:extLst>
              <a:ext uri="{FF2B5EF4-FFF2-40B4-BE49-F238E27FC236}">
                <a16:creationId xmlns:a16="http://schemas.microsoft.com/office/drawing/2014/main" id="{BC62C691-EA97-0E5A-4B32-6E8B6A8DBCFD}"/>
              </a:ext>
            </a:extLst>
          </p:cNvPr>
          <p:cNvSpPr txBox="1"/>
          <p:nvPr/>
        </p:nvSpPr>
        <p:spPr>
          <a:xfrm>
            <a:off x="14805780" y="6324307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async</a:t>
            </a:r>
            <a:endParaRPr lang="ru-RU" sz="6000" dirty="0">
              <a:solidFill>
                <a:srgbClr val="757D7D"/>
              </a:solidFill>
            </a:endParaRPr>
          </a:p>
        </p:txBody>
      </p:sp>
      <p:grpSp>
        <p:nvGrpSpPr>
          <p:cNvPr id="12" name="Group 1">
            <a:extLst>
              <a:ext uri="{FF2B5EF4-FFF2-40B4-BE49-F238E27FC236}">
                <a16:creationId xmlns:a16="http://schemas.microsoft.com/office/drawing/2014/main" id="{E98ADF67-1F9F-A61F-D0CE-6813FEAB2443}"/>
              </a:ext>
            </a:extLst>
          </p:cNvPr>
          <p:cNvGrpSpPr/>
          <p:nvPr/>
        </p:nvGrpSpPr>
        <p:grpSpPr>
          <a:xfrm>
            <a:off x="-7095386" y="6152965"/>
            <a:ext cx="3765024" cy="5650496"/>
            <a:chOff x="1713437" y="6548477"/>
            <a:chExt cx="3765024" cy="5650497"/>
          </a:xfrm>
        </p:grpSpPr>
        <p:sp>
          <p:nvSpPr>
            <p:cNvPr id="13" name="Rounded Rectangle">
              <a:extLst>
                <a:ext uri="{FF2B5EF4-FFF2-40B4-BE49-F238E27FC236}">
                  <a16:creationId xmlns:a16="http://schemas.microsoft.com/office/drawing/2014/main" id="{45869AD4-B81F-FF9A-14F6-02F92A161929}"/>
                </a:ext>
              </a:extLst>
            </p:cNvPr>
            <p:cNvSpPr/>
            <p:nvPr/>
          </p:nvSpPr>
          <p:spPr>
            <a:xfrm>
              <a:off x="1713437" y="6548477"/>
              <a:ext cx="3765024" cy="5650497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4" name="Type text">
              <a:extLst>
                <a:ext uri="{FF2B5EF4-FFF2-40B4-BE49-F238E27FC236}">
                  <a16:creationId xmlns:a16="http://schemas.microsoft.com/office/drawing/2014/main" id="{73EC9621-ECAF-BD0E-36F4-FAA88654D81E}"/>
                </a:ext>
              </a:extLst>
            </p:cNvPr>
            <p:cNvSpPr txBox="1"/>
            <p:nvPr/>
          </p:nvSpPr>
          <p:spPr>
            <a:xfrm>
              <a:off x="2205855" y="8673750"/>
              <a:ext cx="2578506" cy="5336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en-US" dirty="0">
                  <a:solidFill>
                    <a:schemeClr val="accent2"/>
                  </a:solidFill>
                </a:rPr>
                <a:t>Kotlin</a:t>
              </a:r>
              <a:endParaRPr lang="ru-RU" dirty="0">
                <a:solidFill>
                  <a:schemeClr val="accent2"/>
                </a:solidFill>
              </a:endParaRPr>
            </a:p>
          </p:txBody>
        </p:sp>
        <p:sp>
          <p:nvSpPr>
            <p:cNvPr id="15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C2086527-BABA-3447-0BB7-A8408199A5C4}"/>
                </a:ext>
              </a:extLst>
            </p:cNvPr>
            <p:cNvSpPr txBox="1"/>
            <p:nvPr/>
          </p:nvSpPr>
          <p:spPr>
            <a:xfrm>
              <a:off x="2190653" y="9253583"/>
              <a:ext cx="2839217" cy="25036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Официальный язык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Android</a:t>
              </a:r>
              <a:endParaRPr lang="ru-RU" sz="220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Современный и безопасный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Упрощает написание кода</a:t>
              </a:r>
            </a:p>
          </p:txBody>
        </p:sp>
      </p:grpSp>
      <p:grpSp>
        <p:nvGrpSpPr>
          <p:cNvPr id="16" name="Group 2">
            <a:extLst>
              <a:ext uri="{FF2B5EF4-FFF2-40B4-BE49-F238E27FC236}">
                <a16:creationId xmlns:a16="http://schemas.microsoft.com/office/drawing/2014/main" id="{37B4484C-2E95-A4E5-5181-01ECD4DD4EDC}"/>
              </a:ext>
            </a:extLst>
          </p:cNvPr>
          <p:cNvGrpSpPr/>
          <p:nvPr/>
        </p:nvGrpSpPr>
        <p:grpSpPr>
          <a:xfrm>
            <a:off x="-2787807" y="5878247"/>
            <a:ext cx="3765024" cy="5925212"/>
            <a:chOff x="5900203" y="5063738"/>
            <a:chExt cx="3765024" cy="7135235"/>
          </a:xfrm>
        </p:grpSpPr>
        <p:sp>
          <p:nvSpPr>
            <p:cNvPr id="17" name="Rounded Rectangle">
              <a:extLst>
                <a:ext uri="{FF2B5EF4-FFF2-40B4-BE49-F238E27FC236}">
                  <a16:creationId xmlns:a16="http://schemas.microsoft.com/office/drawing/2014/main" id="{50AEC14C-5EEE-6CF9-EB38-B6E1BDB55980}"/>
                </a:ext>
              </a:extLst>
            </p:cNvPr>
            <p:cNvSpPr/>
            <p:nvPr/>
          </p:nvSpPr>
          <p:spPr>
            <a:xfrm>
              <a:off x="5900203" y="5063738"/>
              <a:ext cx="3765024" cy="7135235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8" name="Type text">
              <a:extLst>
                <a:ext uri="{FF2B5EF4-FFF2-40B4-BE49-F238E27FC236}">
                  <a16:creationId xmlns:a16="http://schemas.microsoft.com/office/drawing/2014/main" id="{9D350C03-1577-06E8-A5AB-88517BA34066}"/>
                </a:ext>
              </a:extLst>
            </p:cNvPr>
            <p:cNvSpPr txBox="1"/>
            <p:nvPr/>
          </p:nvSpPr>
          <p:spPr>
            <a:xfrm>
              <a:off x="6350699" y="7150194"/>
              <a:ext cx="2839216" cy="53361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en-US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Material Design</a:t>
              </a:r>
              <a:endParaRPr lang="ru-RU" sz="2801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0D5FD0B5-820C-4BC6-0996-4BF2804964F3}"/>
                </a:ext>
              </a:extLst>
            </p:cNvPr>
            <p:cNvSpPr txBox="1"/>
            <p:nvPr/>
          </p:nvSpPr>
          <p:spPr>
            <a:xfrm>
              <a:off x="6350698" y="7914882"/>
              <a:ext cx="2839217" cy="331642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Компоненты от Google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Красивый современный дизайн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Готовые элементы (кнопки, карточки, меню)</a:t>
              </a:r>
            </a:p>
          </p:txBody>
        </p:sp>
      </p:grpSp>
      <p:grpSp>
        <p:nvGrpSpPr>
          <p:cNvPr id="20" name="Group 5">
            <a:extLst>
              <a:ext uri="{FF2B5EF4-FFF2-40B4-BE49-F238E27FC236}">
                <a16:creationId xmlns:a16="http://schemas.microsoft.com/office/drawing/2014/main" id="{C467EFCE-70F0-CF15-76C2-26CC2CD75A06}"/>
              </a:ext>
            </a:extLst>
          </p:cNvPr>
          <p:cNvGrpSpPr/>
          <p:nvPr/>
        </p:nvGrpSpPr>
        <p:grpSpPr>
          <a:xfrm>
            <a:off x="10134933" y="6152965"/>
            <a:ext cx="3765024" cy="5650494"/>
            <a:chOff x="18460502" y="5844393"/>
            <a:chExt cx="3765024" cy="6354580"/>
          </a:xfrm>
        </p:grpSpPr>
        <p:sp>
          <p:nvSpPr>
            <p:cNvPr id="21" name="Rounded Rectangle">
              <a:extLst>
                <a:ext uri="{FF2B5EF4-FFF2-40B4-BE49-F238E27FC236}">
                  <a16:creationId xmlns:a16="http://schemas.microsoft.com/office/drawing/2014/main" id="{94E12775-AB8F-C68A-84CD-7EF83A94DC36}"/>
                </a:ext>
              </a:extLst>
            </p:cNvPr>
            <p:cNvSpPr/>
            <p:nvPr/>
          </p:nvSpPr>
          <p:spPr>
            <a:xfrm>
              <a:off x="18460502" y="5844393"/>
              <a:ext cx="3765024" cy="6354580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22" name="Type text">
              <a:extLst>
                <a:ext uri="{FF2B5EF4-FFF2-40B4-BE49-F238E27FC236}">
                  <a16:creationId xmlns:a16="http://schemas.microsoft.com/office/drawing/2014/main" id="{3EBB022C-B44E-B53D-FC7F-03182CE1A82B}"/>
                </a:ext>
              </a:extLst>
            </p:cNvPr>
            <p:cNvSpPr txBox="1"/>
            <p:nvPr/>
          </p:nvSpPr>
          <p:spPr>
            <a:xfrm>
              <a:off x="18952923" y="7411804"/>
              <a:ext cx="2578506" cy="9646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en-US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Firebase (</a:t>
              </a:r>
              <a:r>
                <a:rPr lang="ru-RU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 облаке)</a:t>
              </a:r>
            </a:p>
          </p:txBody>
        </p:sp>
        <p:sp>
          <p:nvSpPr>
            <p:cNvPr id="23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A96E4DAB-21CA-BEEA-937C-2D3459C73620}"/>
                </a:ext>
              </a:extLst>
            </p:cNvPr>
            <p:cNvSpPr txBox="1"/>
            <p:nvPr/>
          </p:nvSpPr>
          <p:spPr>
            <a:xfrm>
              <a:off x="18952923" y="8539370"/>
              <a:ext cx="3021425" cy="29100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Firebase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Auth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вход по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endParaRPr lang="ru-RU" sz="220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Firestore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синхронизация между устройствами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Сохранение данных в безопасности</a:t>
              </a:r>
            </a:p>
          </p:txBody>
        </p:sp>
      </p:grpSp>
      <p:grpSp>
        <p:nvGrpSpPr>
          <p:cNvPr id="24" name="Group 4">
            <a:extLst>
              <a:ext uri="{FF2B5EF4-FFF2-40B4-BE49-F238E27FC236}">
                <a16:creationId xmlns:a16="http://schemas.microsoft.com/office/drawing/2014/main" id="{6EE824EA-60AF-9D64-FC88-5C44C56C1E70}"/>
              </a:ext>
            </a:extLst>
          </p:cNvPr>
          <p:cNvGrpSpPr/>
          <p:nvPr/>
        </p:nvGrpSpPr>
        <p:grpSpPr>
          <a:xfrm>
            <a:off x="5827354" y="5878247"/>
            <a:ext cx="3765024" cy="5925212"/>
            <a:chOff x="14273736" y="5063738"/>
            <a:chExt cx="3765024" cy="7135235"/>
          </a:xfrm>
        </p:grpSpPr>
        <p:sp>
          <p:nvSpPr>
            <p:cNvPr id="25" name="Rounded Rectangle">
              <a:extLst>
                <a:ext uri="{FF2B5EF4-FFF2-40B4-BE49-F238E27FC236}">
                  <a16:creationId xmlns:a16="http://schemas.microsoft.com/office/drawing/2014/main" id="{3F58AB33-18BA-DC5B-1B69-EC4EB62B4FE3}"/>
                </a:ext>
              </a:extLst>
            </p:cNvPr>
            <p:cNvSpPr/>
            <p:nvPr/>
          </p:nvSpPr>
          <p:spPr>
            <a:xfrm>
              <a:off x="14273736" y="5063738"/>
              <a:ext cx="3765024" cy="7135235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26" name="Type text">
              <a:extLst>
                <a:ext uri="{FF2B5EF4-FFF2-40B4-BE49-F238E27FC236}">
                  <a16:creationId xmlns:a16="http://schemas.microsoft.com/office/drawing/2014/main" id="{01717B9B-EE0A-DBAA-6388-54E50242B4CB}"/>
                </a:ext>
              </a:extLst>
            </p:cNvPr>
            <p:cNvSpPr txBox="1"/>
            <p:nvPr/>
          </p:nvSpPr>
          <p:spPr>
            <a:xfrm>
              <a:off x="14766157" y="6316661"/>
              <a:ext cx="2908482" cy="9646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en-US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Room Database (</a:t>
              </a:r>
              <a:r>
                <a:rPr lang="ru-RU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локально)</a:t>
              </a:r>
            </a:p>
          </p:txBody>
        </p:sp>
        <p:sp>
          <p:nvSpPr>
            <p:cNvPr id="27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C77E019E-564C-6423-EA20-8E753D8C1FD2}"/>
                </a:ext>
              </a:extLst>
            </p:cNvPr>
            <p:cNvSpPr txBox="1"/>
            <p:nvPr/>
          </p:nvSpPr>
          <p:spPr>
            <a:xfrm>
              <a:off x="14750952" y="7382963"/>
              <a:ext cx="2908482" cy="372281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Хранение настроений и городов на устройстве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Быстрая работа без интернета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Автоматическое управление базой данных</a:t>
              </a:r>
            </a:p>
          </p:txBody>
        </p:sp>
      </p:grpSp>
      <p:grpSp>
        <p:nvGrpSpPr>
          <p:cNvPr id="28" name="Group 3">
            <a:extLst>
              <a:ext uri="{FF2B5EF4-FFF2-40B4-BE49-F238E27FC236}">
                <a16:creationId xmlns:a16="http://schemas.microsoft.com/office/drawing/2014/main" id="{4944D0DC-45F4-729C-BDCE-5C5CCF7ABC91}"/>
              </a:ext>
            </a:extLst>
          </p:cNvPr>
          <p:cNvGrpSpPr/>
          <p:nvPr/>
        </p:nvGrpSpPr>
        <p:grpSpPr>
          <a:xfrm>
            <a:off x="1519773" y="5696346"/>
            <a:ext cx="3765024" cy="6107113"/>
            <a:chOff x="10086970" y="5063738"/>
            <a:chExt cx="3765023" cy="7135235"/>
          </a:xfrm>
        </p:grpSpPr>
        <p:sp>
          <p:nvSpPr>
            <p:cNvPr id="29" name="Rounded Rectangle">
              <a:extLst>
                <a:ext uri="{FF2B5EF4-FFF2-40B4-BE49-F238E27FC236}">
                  <a16:creationId xmlns:a16="http://schemas.microsoft.com/office/drawing/2014/main" id="{08613941-CF45-3037-39AA-057B8D90C8BC}"/>
                </a:ext>
              </a:extLst>
            </p:cNvPr>
            <p:cNvSpPr/>
            <p:nvPr/>
          </p:nvSpPr>
          <p:spPr>
            <a:xfrm>
              <a:off x="10086970" y="5063738"/>
              <a:ext cx="3765023" cy="7135235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30" name="Type text">
              <a:extLst>
                <a:ext uri="{FF2B5EF4-FFF2-40B4-BE49-F238E27FC236}">
                  <a16:creationId xmlns:a16="http://schemas.microsoft.com/office/drawing/2014/main" id="{13232F64-E9B0-2744-20CD-A90C8E41722D}"/>
                </a:ext>
              </a:extLst>
            </p:cNvPr>
            <p:cNvSpPr txBox="1"/>
            <p:nvPr/>
          </p:nvSpPr>
          <p:spPr>
            <a:xfrm>
              <a:off x="10551775" y="6449304"/>
              <a:ext cx="2625015" cy="139564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en-US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Retrofit + </a:t>
              </a:r>
              <a:r>
                <a:rPr lang="en-US" sz="2801" b="1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OpenWeatherMap</a:t>
              </a:r>
              <a:r>
                <a:rPr lang="en-US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API</a:t>
              </a:r>
              <a:endParaRPr lang="ru-RU" sz="2801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305CA7FC-2609-6A79-D405-C8FEEC1EEE5E}"/>
                </a:ext>
              </a:extLst>
            </p:cNvPr>
            <p:cNvSpPr txBox="1"/>
            <p:nvPr/>
          </p:nvSpPr>
          <p:spPr>
            <a:xfrm>
              <a:off x="10564186" y="8099554"/>
              <a:ext cx="2839216" cy="331642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Retrofit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для запросов к серверу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OpenWeatherMap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источник погодных данных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Автоматическое преобразование данных</a:t>
              </a:r>
            </a:p>
          </p:txBody>
        </p:sp>
      </p:grpSp>
      <p:sp>
        <p:nvSpPr>
          <p:cNvPr id="32" name="Type text">
            <a:extLst>
              <a:ext uri="{FF2B5EF4-FFF2-40B4-BE49-F238E27FC236}">
                <a16:creationId xmlns:a16="http://schemas.microsoft.com/office/drawing/2014/main" id="{59455E87-CFD9-4DCC-E378-C770F3F9C00D}"/>
              </a:ext>
            </a:extLst>
          </p:cNvPr>
          <p:cNvSpPr txBox="1"/>
          <p:nvPr/>
        </p:nvSpPr>
        <p:spPr>
          <a:xfrm>
            <a:off x="-6602968" y="6596834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ru-RU" sz="6000" dirty="0">
                <a:solidFill>
                  <a:srgbClr val="757D7D"/>
                </a:solidFill>
              </a:rPr>
              <a:t>ЯП</a:t>
            </a:r>
          </a:p>
        </p:txBody>
      </p:sp>
      <p:sp>
        <p:nvSpPr>
          <p:cNvPr id="33" name="Type text">
            <a:extLst>
              <a:ext uri="{FF2B5EF4-FFF2-40B4-BE49-F238E27FC236}">
                <a16:creationId xmlns:a16="http://schemas.microsoft.com/office/drawing/2014/main" id="{4C63A414-4A2B-8846-5B6E-E56614552619}"/>
              </a:ext>
            </a:extLst>
          </p:cNvPr>
          <p:cNvSpPr txBox="1"/>
          <p:nvPr/>
        </p:nvSpPr>
        <p:spPr>
          <a:xfrm>
            <a:off x="-2392544" y="6250184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UI</a:t>
            </a:r>
            <a:endParaRPr lang="ru-RU" sz="6000" dirty="0">
              <a:solidFill>
                <a:srgbClr val="757D7D"/>
              </a:solidFill>
            </a:endParaRPr>
          </a:p>
        </p:txBody>
      </p:sp>
      <p:sp>
        <p:nvSpPr>
          <p:cNvPr id="34" name="Type text">
            <a:extLst>
              <a:ext uri="{FF2B5EF4-FFF2-40B4-BE49-F238E27FC236}">
                <a16:creationId xmlns:a16="http://schemas.microsoft.com/office/drawing/2014/main" id="{27C9E092-C608-7786-7741-0AC98066662D}"/>
              </a:ext>
            </a:extLst>
          </p:cNvPr>
          <p:cNvSpPr txBox="1"/>
          <p:nvPr/>
        </p:nvSpPr>
        <p:spPr>
          <a:xfrm>
            <a:off x="1849861" y="5878247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API</a:t>
            </a:r>
            <a:endParaRPr lang="ru-RU" sz="6000" dirty="0">
              <a:solidFill>
                <a:srgbClr val="757D7D"/>
              </a:solidFill>
            </a:endParaRPr>
          </a:p>
        </p:txBody>
      </p:sp>
      <p:sp>
        <p:nvSpPr>
          <p:cNvPr id="35" name="Type text">
            <a:extLst>
              <a:ext uri="{FF2B5EF4-FFF2-40B4-BE49-F238E27FC236}">
                <a16:creationId xmlns:a16="http://schemas.microsoft.com/office/drawing/2014/main" id="{C70656BF-36D2-A7F1-ADAE-FB2939B0EF87}"/>
              </a:ext>
            </a:extLst>
          </p:cNvPr>
          <p:cNvSpPr txBox="1"/>
          <p:nvPr/>
        </p:nvSpPr>
        <p:spPr>
          <a:xfrm>
            <a:off x="6213329" y="5960608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DB</a:t>
            </a:r>
            <a:endParaRPr lang="ru-RU" sz="6000" dirty="0">
              <a:solidFill>
                <a:srgbClr val="757D7D"/>
              </a:solidFill>
            </a:endParaRPr>
          </a:p>
        </p:txBody>
      </p:sp>
      <p:sp>
        <p:nvSpPr>
          <p:cNvPr id="36" name="Type text">
            <a:extLst>
              <a:ext uri="{FF2B5EF4-FFF2-40B4-BE49-F238E27FC236}">
                <a16:creationId xmlns:a16="http://schemas.microsoft.com/office/drawing/2014/main" id="{20723D4D-8FD8-F3AF-AB37-433A99829B1A}"/>
              </a:ext>
            </a:extLst>
          </p:cNvPr>
          <p:cNvSpPr txBox="1"/>
          <p:nvPr/>
        </p:nvSpPr>
        <p:spPr>
          <a:xfrm>
            <a:off x="10469382" y="6293290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DB</a:t>
            </a:r>
            <a:endParaRPr lang="ru-RU" sz="6000" dirty="0">
              <a:solidFill>
                <a:srgbClr val="757D7D"/>
              </a:solidFill>
            </a:endParaRPr>
          </a:p>
        </p:txBody>
      </p:sp>
      <p:sp>
        <p:nvSpPr>
          <p:cNvPr id="40" name="Type text">
            <a:extLst>
              <a:ext uri="{FF2B5EF4-FFF2-40B4-BE49-F238E27FC236}">
                <a16:creationId xmlns:a16="http://schemas.microsoft.com/office/drawing/2014/main" id="{C01B925F-977E-DF3C-85CD-776A97666EC9}"/>
              </a:ext>
            </a:extLst>
          </p:cNvPr>
          <p:cNvSpPr txBox="1"/>
          <p:nvPr/>
        </p:nvSpPr>
        <p:spPr>
          <a:xfrm>
            <a:off x="19103204" y="6193115"/>
            <a:ext cx="2894449" cy="13337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4000" dirty="0">
                <a:solidFill>
                  <a:srgbClr val="757D7D"/>
                </a:solidFill>
              </a:rPr>
              <a:t>in addition</a:t>
            </a:r>
            <a:endParaRPr lang="ru-RU" sz="4000" dirty="0">
              <a:solidFill>
                <a:srgbClr val="757D7D"/>
              </a:solidFill>
            </a:endParaRPr>
          </a:p>
        </p:txBody>
      </p:sp>
      <p:grpSp>
        <p:nvGrpSpPr>
          <p:cNvPr id="3857" name="Group 1">
            <a:extLst>
              <a:ext uri="{FF2B5EF4-FFF2-40B4-BE49-F238E27FC236}">
                <a16:creationId xmlns:a16="http://schemas.microsoft.com/office/drawing/2014/main" id="{919DACCC-DD97-1C14-D037-AC0FD9DF82F9}"/>
              </a:ext>
            </a:extLst>
          </p:cNvPr>
          <p:cNvGrpSpPr/>
          <p:nvPr/>
        </p:nvGrpSpPr>
        <p:grpSpPr>
          <a:xfrm>
            <a:off x="1519773" y="13918380"/>
            <a:ext cx="4982004" cy="7354831"/>
            <a:chOff x="1822618" y="4393392"/>
            <a:chExt cx="4982004" cy="7354831"/>
          </a:xfrm>
        </p:grpSpPr>
        <p:sp>
          <p:nvSpPr>
            <p:cNvPr id="3858" name="Rounded Rectangle">
              <a:extLst>
                <a:ext uri="{FF2B5EF4-FFF2-40B4-BE49-F238E27FC236}">
                  <a16:creationId xmlns:a16="http://schemas.microsoft.com/office/drawing/2014/main" id="{FEADD121-9D0A-367F-E44C-3AA88945D109}"/>
                </a:ext>
              </a:extLst>
            </p:cNvPr>
            <p:cNvSpPr/>
            <p:nvPr/>
          </p:nvSpPr>
          <p:spPr>
            <a:xfrm>
              <a:off x="1822618" y="4393392"/>
              <a:ext cx="4981954" cy="7354831"/>
            </a:xfrm>
            <a:prstGeom prst="roundRect">
              <a:avLst>
                <a:gd name="adj" fmla="val 4058"/>
              </a:avLst>
            </a:prstGeom>
            <a:solidFill>
              <a:schemeClr val="accent6">
                <a:alpha val="28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3859" name="Shape">
              <a:extLst>
                <a:ext uri="{FF2B5EF4-FFF2-40B4-BE49-F238E27FC236}">
                  <a16:creationId xmlns:a16="http://schemas.microsoft.com/office/drawing/2014/main" id="{CB8BFA6F-4C29-46B9-7F7D-E91D3FADB2DE}"/>
                </a:ext>
              </a:extLst>
            </p:cNvPr>
            <p:cNvSpPr/>
            <p:nvPr/>
          </p:nvSpPr>
          <p:spPr>
            <a:xfrm>
              <a:off x="1822647" y="4393457"/>
              <a:ext cx="4981975" cy="12168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599" extrusionOk="0">
                  <a:moveTo>
                    <a:pt x="1341" y="0"/>
                  </a:moveTo>
                  <a:cubicBezTo>
                    <a:pt x="947" y="0"/>
                    <a:pt x="712" y="-1"/>
                    <a:pt x="554" y="268"/>
                  </a:cubicBezTo>
                  <a:cubicBezTo>
                    <a:pt x="328" y="606"/>
                    <a:pt x="148" y="1340"/>
                    <a:pt x="66" y="2268"/>
                  </a:cubicBezTo>
                  <a:cubicBezTo>
                    <a:pt x="0" y="2912"/>
                    <a:pt x="0" y="3871"/>
                    <a:pt x="0" y="5481"/>
                  </a:cubicBezTo>
                  <a:lnTo>
                    <a:pt x="0" y="21599"/>
                  </a:lnTo>
                  <a:lnTo>
                    <a:pt x="21600" y="21599"/>
                  </a:lnTo>
                  <a:lnTo>
                    <a:pt x="21600" y="5481"/>
                  </a:lnTo>
                  <a:cubicBezTo>
                    <a:pt x="21600" y="3871"/>
                    <a:pt x="21600" y="2912"/>
                    <a:pt x="21534" y="2268"/>
                  </a:cubicBezTo>
                  <a:cubicBezTo>
                    <a:pt x="21452" y="1340"/>
                    <a:pt x="21272" y="606"/>
                    <a:pt x="21046" y="268"/>
                  </a:cubicBezTo>
                  <a:cubicBezTo>
                    <a:pt x="20888" y="-1"/>
                    <a:pt x="20652" y="0"/>
                    <a:pt x="20259" y="0"/>
                  </a:cubicBezTo>
                  <a:lnTo>
                    <a:pt x="1341" y="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3860" name="1 GB Bandwidth…">
              <a:extLst>
                <a:ext uri="{FF2B5EF4-FFF2-40B4-BE49-F238E27FC236}">
                  <a16:creationId xmlns:a16="http://schemas.microsoft.com/office/drawing/2014/main" id="{4D72B1A7-1D43-ED9B-6193-DF57FFA6B764}"/>
                </a:ext>
              </a:extLst>
            </p:cNvPr>
            <p:cNvSpPr txBox="1"/>
            <p:nvPr/>
          </p:nvSpPr>
          <p:spPr>
            <a:xfrm>
              <a:off x="2489262" y="7254860"/>
              <a:ext cx="3648660" cy="41667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/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Главный экран - погода и настроение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Экран авторизации - вход/регистрация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История настроений - все записи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Графики и аналитика - статистика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Настройки - параметры приложения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Выбор города - поиск и добавление</a:t>
              </a:r>
            </a:p>
          </p:txBody>
        </p:sp>
        <p:sp>
          <p:nvSpPr>
            <p:cNvPr id="3861" name="Basic">
              <a:extLst>
                <a:ext uri="{FF2B5EF4-FFF2-40B4-BE49-F238E27FC236}">
                  <a16:creationId xmlns:a16="http://schemas.microsoft.com/office/drawing/2014/main" id="{0555B441-6FE5-3B95-DF06-ABB03EFA7D2A}"/>
                </a:ext>
              </a:extLst>
            </p:cNvPr>
            <p:cNvSpPr txBox="1"/>
            <p:nvPr/>
          </p:nvSpPr>
          <p:spPr>
            <a:xfrm>
              <a:off x="2335364" y="4792316"/>
              <a:ext cx="3956458" cy="5336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>
                <a:defRPr sz="22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280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Интерфейс</a:t>
              </a:r>
              <a:endParaRPr sz="2801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62" name="10 /month">
              <a:extLst>
                <a:ext uri="{FF2B5EF4-FFF2-40B4-BE49-F238E27FC236}">
                  <a16:creationId xmlns:a16="http://schemas.microsoft.com/office/drawing/2014/main" id="{5DD7DEDB-C62B-A274-D6D4-409EF7ED8324}"/>
                </a:ext>
              </a:extLst>
            </p:cNvPr>
            <p:cNvSpPr txBox="1"/>
            <p:nvPr/>
          </p:nvSpPr>
          <p:spPr>
            <a:xfrm>
              <a:off x="2764325" y="5823203"/>
              <a:ext cx="3098533" cy="12108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>
                <a:defRPr sz="36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36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Экраны приложения:</a:t>
              </a:r>
            </a:p>
          </p:txBody>
        </p:sp>
      </p:grpSp>
      <p:grpSp>
        <p:nvGrpSpPr>
          <p:cNvPr id="3863" name="Группа 3862">
            <a:extLst>
              <a:ext uri="{FF2B5EF4-FFF2-40B4-BE49-F238E27FC236}">
                <a16:creationId xmlns:a16="http://schemas.microsoft.com/office/drawing/2014/main" id="{03E4A6BA-AB74-B881-D10A-3774A3E44870}"/>
              </a:ext>
            </a:extLst>
          </p:cNvPr>
          <p:cNvGrpSpPr/>
          <p:nvPr/>
        </p:nvGrpSpPr>
        <p:grpSpPr>
          <a:xfrm>
            <a:off x="8608527" y="13918379"/>
            <a:ext cx="4982004" cy="7354831"/>
            <a:chOff x="9198738" y="5146477"/>
            <a:chExt cx="4982004" cy="7354831"/>
          </a:xfrm>
        </p:grpSpPr>
        <p:grpSp>
          <p:nvGrpSpPr>
            <p:cNvPr id="3864" name="Group 2">
              <a:extLst>
                <a:ext uri="{FF2B5EF4-FFF2-40B4-BE49-F238E27FC236}">
                  <a16:creationId xmlns:a16="http://schemas.microsoft.com/office/drawing/2014/main" id="{88FA6A9E-9ECE-C7A4-A1CB-D310885B9145}"/>
                </a:ext>
              </a:extLst>
            </p:cNvPr>
            <p:cNvGrpSpPr/>
            <p:nvPr/>
          </p:nvGrpSpPr>
          <p:grpSpPr>
            <a:xfrm>
              <a:off x="9198738" y="5146477"/>
              <a:ext cx="4982004" cy="7354831"/>
              <a:chOff x="7070111" y="4393392"/>
              <a:chExt cx="4982004" cy="7354831"/>
            </a:xfrm>
          </p:grpSpPr>
          <p:sp>
            <p:nvSpPr>
              <p:cNvPr id="3866" name="Rounded Rectangle">
                <a:extLst>
                  <a:ext uri="{FF2B5EF4-FFF2-40B4-BE49-F238E27FC236}">
                    <a16:creationId xmlns:a16="http://schemas.microsoft.com/office/drawing/2014/main" id="{B5F20BC0-03FC-EE8C-A952-1B9D2B0E13F5}"/>
                  </a:ext>
                </a:extLst>
              </p:cNvPr>
              <p:cNvSpPr/>
              <p:nvPr/>
            </p:nvSpPr>
            <p:spPr>
              <a:xfrm>
                <a:off x="7070111" y="4393392"/>
                <a:ext cx="4981954" cy="7354831"/>
              </a:xfrm>
              <a:prstGeom prst="roundRect">
                <a:avLst>
                  <a:gd name="adj" fmla="val 4058"/>
                </a:avLst>
              </a:prstGeom>
              <a:solidFill>
                <a:schemeClr val="accent6">
                  <a:alpha val="28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3200" dirty="0">
                  <a:latin typeface="Arial Black" panose="020B0604020202020204" pitchFamily="34" charset="0"/>
                  <a:cs typeface="Arial Black" panose="020B0604020202020204" pitchFamily="34" charset="0"/>
                </a:endParaRPr>
              </a:p>
            </p:txBody>
          </p:sp>
          <p:sp>
            <p:nvSpPr>
              <p:cNvPr id="3867" name="Shape">
                <a:extLst>
                  <a:ext uri="{FF2B5EF4-FFF2-40B4-BE49-F238E27FC236}">
                    <a16:creationId xmlns:a16="http://schemas.microsoft.com/office/drawing/2014/main" id="{A4113A9F-15BF-EACD-8ADD-C84A44E6E782}"/>
                  </a:ext>
                </a:extLst>
              </p:cNvPr>
              <p:cNvSpPr/>
              <p:nvPr/>
            </p:nvSpPr>
            <p:spPr>
              <a:xfrm>
                <a:off x="7070140" y="4393457"/>
                <a:ext cx="4981975" cy="12168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9" h="21599" extrusionOk="0">
                    <a:moveTo>
                      <a:pt x="1341" y="0"/>
                    </a:moveTo>
                    <a:cubicBezTo>
                      <a:pt x="947" y="0"/>
                      <a:pt x="712" y="-1"/>
                      <a:pt x="554" y="268"/>
                    </a:cubicBezTo>
                    <a:cubicBezTo>
                      <a:pt x="328" y="606"/>
                      <a:pt x="148" y="1340"/>
                      <a:pt x="66" y="2268"/>
                    </a:cubicBezTo>
                    <a:cubicBezTo>
                      <a:pt x="0" y="2912"/>
                      <a:pt x="0" y="3871"/>
                      <a:pt x="0" y="5481"/>
                    </a:cubicBezTo>
                    <a:lnTo>
                      <a:pt x="0" y="21599"/>
                    </a:lnTo>
                    <a:lnTo>
                      <a:pt x="21600" y="21599"/>
                    </a:lnTo>
                    <a:lnTo>
                      <a:pt x="21600" y="5481"/>
                    </a:lnTo>
                    <a:cubicBezTo>
                      <a:pt x="21600" y="3871"/>
                      <a:pt x="21600" y="2912"/>
                      <a:pt x="21534" y="2268"/>
                    </a:cubicBezTo>
                    <a:cubicBezTo>
                      <a:pt x="21452" y="1340"/>
                      <a:pt x="21272" y="606"/>
                      <a:pt x="21046" y="268"/>
                    </a:cubicBezTo>
                    <a:cubicBezTo>
                      <a:pt x="20888" y="-1"/>
                      <a:pt x="20652" y="0"/>
                      <a:pt x="20259" y="0"/>
                    </a:cubicBezTo>
                    <a:lnTo>
                      <a:pt x="134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3200" dirty="0">
                  <a:latin typeface="Arial Black" panose="020B0604020202020204" pitchFamily="34" charset="0"/>
                  <a:cs typeface="Arial Black" panose="020B0604020202020204" pitchFamily="34" charset="0"/>
                </a:endParaRPr>
              </a:p>
            </p:txBody>
          </p:sp>
          <p:sp>
            <p:nvSpPr>
              <p:cNvPr id="3868" name="Standard">
                <a:extLst>
                  <a:ext uri="{FF2B5EF4-FFF2-40B4-BE49-F238E27FC236}">
                    <a16:creationId xmlns:a16="http://schemas.microsoft.com/office/drawing/2014/main" id="{C9E11C31-2524-AF09-CD3D-779BA738A9D0}"/>
                  </a:ext>
                </a:extLst>
              </p:cNvPr>
              <p:cNvSpPr txBox="1"/>
              <p:nvPr/>
            </p:nvSpPr>
            <p:spPr>
              <a:xfrm>
                <a:off x="7582857" y="4792316"/>
                <a:ext cx="3956458" cy="5336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1" tIns="50801" rIns="50801" bIns="50801" numCol="1" anchor="t">
                <a:spAutoFit/>
              </a:bodyPr>
              <a:lstStyle>
                <a:lvl1pPr>
                  <a:defRPr sz="2200" b="0">
                    <a:solidFill>
                      <a:srgbClr val="242423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defRPr>
                </a:lvl1pPr>
              </a:lstStyle>
              <a:p>
                <a:r>
                  <a:rPr lang="ru-RU" sz="2801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Бизнес-логика</a:t>
                </a:r>
                <a:endParaRPr sz="280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69" name="20 /month">
                <a:extLst>
                  <a:ext uri="{FF2B5EF4-FFF2-40B4-BE49-F238E27FC236}">
                    <a16:creationId xmlns:a16="http://schemas.microsoft.com/office/drawing/2014/main" id="{9FC3E6B0-D713-4FED-5B82-EAE47A9AF0B7}"/>
                  </a:ext>
                </a:extLst>
              </p:cNvPr>
              <p:cNvSpPr txBox="1"/>
              <p:nvPr/>
            </p:nvSpPr>
            <p:spPr>
              <a:xfrm>
                <a:off x="8005029" y="5774383"/>
                <a:ext cx="3098533" cy="176497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1" tIns="50801" rIns="50801" bIns="50801" numCol="1" anchor="t">
                <a:spAutoFit/>
              </a:bodyPr>
              <a:lstStyle>
                <a:lvl1pPr>
                  <a:defRPr sz="3600" b="0">
                    <a:solidFill>
                      <a:srgbClr val="242423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defRPr>
                </a:lvl1pPr>
              </a:lstStyle>
              <a:p>
                <a:r>
                  <a:rPr lang="ru-RU" sz="3601" b="1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Умные помощники (</a:t>
                </a:r>
                <a:r>
                  <a:rPr lang="en-US" sz="3601" b="1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Managers):</a:t>
                </a:r>
                <a:endParaRPr lang="ru-RU" sz="36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65" name="1 GB Bandwidth…">
              <a:extLst>
                <a:ext uri="{FF2B5EF4-FFF2-40B4-BE49-F238E27FC236}">
                  <a16:creationId xmlns:a16="http://schemas.microsoft.com/office/drawing/2014/main" id="{8D73D188-849A-D473-7B43-F22C4F045F37}"/>
                </a:ext>
              </a:extLst>
            </p:cNvPr>
            <p:cNvSpPr txBox="1"/>
            <p:nvPr/>
          </p:nvSpPr>
          <p:spPr>
            <a:xfrm>
              <a:off x="9858592" y="8456547"/>
              <a:ext cx="3648660" cy="3828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/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en-US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UserManager</a:t>
              </a:r>
              <a:r>
                <a:rPr lang="en-US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управляет пользователями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en-US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CityManager</a:t>
              </a:r>
              <a:r>
                <a:rPr lang="en-US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управляет городами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en-US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LocationHelper</a:t>
              </a:r>
              <a:r>
                <a:rPr lang="en-US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определяет местоположение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en-US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SyncManager</a:t>
              </a:r>
              <a:r>
                <a:rPr lang="en-US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синхронизирует данные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en-US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AuthService</a:t>
              </a:r>
              <a:r>
                <a:rPr lang="en-US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авторизация</a:t>
              </a:r>
            </a:p>
          </p:txBody>
        </p:sp>
      </p:grpSp>
      <p:grpSp>
        <p:nvGrpSpPr>
          <p:cNvPr id="3870" name="Группа 3869">
            <a:extLst>
              <a:ext uri="{FF2B5EF4-FFF2-40B4-BE49-F238E27FC236}">
                <a16:creationId xmlns:a16="http://schemas.microsoft.com/office/drawing/2014/main" id="{A364FD14-96E2-02A3-56F5-0A77A95BD6C8}"/>
              </a:ext>
            </a:extLst>
          </p:cNvPr>
          <p:cNvGrpSpPr/>
          <p:nvPr/>
        </p:nvGrpSpPr>
        <p:grpSpPr>
          <a:xfrm>
            <a:off x="15697231" y="13918379"/>
            <a:ext cx="4982004" cy="7354830"/>
            <a:chOff x="16594661" y="5259871"/>
            <a:chExt cx="4982004" cy="7354830"/>
          </a:xfrm>
        </p:grpSpPr>
        <p:grpSp>
          <p:nvGrpSpPr>
            <p:cNvPr id="3871" name="Group 4">
              <a:extLst>
                <a:ext uri="{FF2B5EF4-FFF2-40B4-BE49-F238E27FC236}">
                  <a16:creationId xmlns:a16="http://schemas.microsoft.com/office/drawing/2014/main" id="{7D019C5D-B1CB-8074-7049-4252274FB814}"/>
                </a:ext>
              </a:extLst>
            </p:cNvPr>
            <p:cNvGrpSpPr/>
            <p:nvPr/>
          </p:nvGrpSpPr>
          <p:grpSpPr>
            <a:xfrm>
              <a:off x="16594661" y="5259871"/>
              <a:ext cx="4982004" cy="7354830"/>
              <a:chOff x="17565096" y="4393392"/>
              <a:chExt cx="4982004" cy="7354831"/>
            </a:xfrm>
          </p:grpSpPr>
          <p:sp>
            <p:nvSpPr>
              <p:cNvPr id="3873" name="Rounded Rectangle">
                <a:extLst>
                  <a:ext uri="{FF2B5EF4-FFF2-40B4-BE49-F238E27FC236}">
                    <a16:creationId xmlns:a16="http://schemas.microsoft.com/office/drawing/2014/main" id="{5D1122BB-8A49-682A-839C-2BD3FD537C40}"/>
                  </a:ext>
                </a:extLst>
              </p:cNvPr>
              <p:cNvSpPr/>
              <p:nvPr/>
            </p:nvSpPr>
            <p:spPr>
              <a:xfrm>
                <a:off x="17565096" y="4393392"/>
                <a:ext cx="4981954" cy="7354831"/>
              </a:xfrm>
              <a:prstGeom prst="roundRect">
                <a:avLst>
                  <a:gd name="adj" fmla="val 4058"/>
                </a:avLst>
              </a:prstGeom>
              <a:solidFill>
                <a:schemeClr val="accent6">
                  <a:alpha val="28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3200" dirty="0">
                  <a:latin typeface="Arial Black" panose="020B0604020202020204" pitchFamily="34" charset="0"/>
                  <a:cs typeface="Arial Black" panose="020B0604020202020204" pitchFamily="34" charset="0"/>
                </a:endParaRPr>
              </a:p>
            </p:txBody>
          </p:sp>
          <p:sp>
            <p:nvSpPr>
              <p:cNvPr id="3874" name="Shape">
                <a:extLst>
                  <a:ext uri="{FF2B5EF4-FFF2-40B4-BE49-F238E27FC236}">
                    <a16:creationId xmlns:a16="http://schemas.microsoft.com/office/drawing/2014/main" id="{79050266-5637-51BE-034C-1354187A8F96}"/>
                  </a:ext>
                </a:extLst>
              </p:cNvPr>
              <p:cNvSpPr/>
              <p:nvPr/>
            </p:nvSpPr>
            <p:spPr>
              <a:xfrm>
                <a:off x="17565125" y="4393457"/>
                <a:ext cx="4981975" cy="12168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9" h="21599" extrusionOk="0">
                    <a:moveTo>
                      <a:pt x="1341" y="0"/>
                    </a:moveTo>
                    <a:cubicBezTo>
                      <a:pt x="947" y="0"/>
                      <a:pt x="712" y="-1"/>
                      <a:pt x="554" y="268"/>
                    </a:cubicBezTo>
                    <a:cubicBezTo>
                      <a:pt x="328" y="606"/>
                      <a:pt x="148" y="1340"/>
                      <a:pt x="66" y="2268"/>
                    </a:cubicBezTo>
                    <a:cubicBezTo>
                      <a:pt x="0" y="2912"/>
                      <a:pt x="0" y="3871"/>
                      <a:pt x="0" y="5481"/>
                    </a:cubicBezTo>
                    <a:lnTo>
                      <a:pt x="0" y="21599"/>
                    </a:lnTo>
                    <a:lnTo>
                      <a:pt x="21600" y="21599"/>
                    </a:lnTo>
                    <a:lnTo>
                      <a:pt x="21600" y="5481"/>
                    </a:lnTo>
                    <a:cubicBezTo>
                      <a:pt x="21600" y="3871"/>
                      <a:pt x="21600" y="2912"/>
                      <a:pt x="21534" y="2268"/>
                    </a:cubicBezTo>
                    <a:cubicBezTo>
                      <a:pt x="21452" y="1340"/>
                      <a:pt x="21272" y="606"/>
                      <a:pt x="21046" y="268"/>
                    </a:cubicBezTo>
                    <a:cubicBezTo>
                      <a:pt x="20888" y="-1"/>
                      <a:pt x="20652" y="0"/>
                      <a:pt x="20259" y="0"/>
                    </a:cubicBezTo>
                    <a:lnTo>
                      <a:pt x="134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3200" dirty="0">
                  <a:latin typeface="Arial Black" panose="020B0604020202020204" pitchFamily="34" charset="0"/>
                  <a:cs typeface="Arial Black" panose="020B0604020202020204" pitchFamily="34" charset="0"/>
                </a:endParaRPr>
              </a:p>
            </p:txBody>
          </p:sp>
          <p:sp>
            <p:nvSpPr>
              <p:cNvPr id="3875" name="Pro">
                <a:extLst>
                  <a:ext uri="{FF2B5EF4-FFF2-40B4-BE49-F238E27FC236}">
                    <a16:creationId xmlns:a16="http://schemas.microsoft.com/office/drawing/2014/main" id="{899FF265-7700-4D79-D2D6-A8517B9141C8}"/>
                  </a:ext>
                </a:extLst>
              </p:cNvPr>
              <p:cNvSpPr txBox="1"/>
              <p:nvPr/>
            </p:nvSpPr>
            <p:spPr>
              <a:xfrm>
                <a:off x="18077842" y="4792316"/>
                <a:ext cx="3956458" cy="5336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1" tIns="50801" rIns="50801" bIns="50801" numCol="1" anchor="t">
                <a:spAutoFit/>
              </a:bodyPr>
              <a:lstStyle>
                <a:lvl1pPr>
                  <a:defRPr sz="2200" b="0">
                    <a:solidFill>
                      <a:srgbClr val="242423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defRPr>
                </a:lvl1pPr>
              </a:lstStyle>
              <a:p>
                <a:r>
                  <a:rPr lang="ru-RU" sz="2801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Данные</a:t>
                </a:r>
                <a:endParaRPr sz="280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76" name="40 /month">
                <a:extLst>
                  <a:ext uri="{FF2B5EF4-FFF2-40B4-BE49-F238E27FC236}">
                    <a16:creationId xmlns:a16="http://schemas.microsoft.com/office/drawing/2014/main" id="{08A81714-2C2C-7699-61F7-B8E46516CDCD}"/>
                  </a:ext>
                </a:extLst>
              </p:cNvPr>
              <p:cNvSpPr txBox="1"/>
              <p:nvPr/>
            </p:nvSpPr>
            <p:spPr>
              <a:xfrm>
                <a:off x="18369272" y="6093390"/>
                <a:ext cx="3373596" cy="12108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1" tIns="50801" rIns="50801" bIns="50801" numCol="1" anchor="t">
                <a:spAutoFit/>
              </a:bodyPr>
              <a:lstStyle>
                <a:lvl1pPr>
                  <a:defRPr sz="3600" b="0">
                    <a:solidFill>
                      <a:srgbClr val="242423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defRPr>
                </a:lvl1pPr>
              </a:lstStyle>
              <a:p>
                <a:r>
                  <a:rPr lang="ru-RU" sz="3601" b="1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Источники информации:</a:t>
                </a:r>
              </a:p>
            </p:txBody>
          </p:sp>
        </p:grpSp>
        <p:sp>
          <p:nvSpPr>
            <p:cNvPr id="3872" name="1 GB Bandwidth…">
              <a:extLst>
                <a:ext uri="{FF2B5EF4-FFF2-40B4-BE49-F238E27FC236}">
                  <a16:creationId xmlns:a16="http://schemas.microsoft.com/office/drawing/2014/main" id="{3F81A86D-EB06-14B9-B870-A109D9A51F2F}"/>
                </a:ext>
              </a:extLst>
            </p:cNvPr>
            <p:cNvSpPr txBox="1"/>
            <p:nvPr/>
          </p:nvSpPr>
          <p:spPr>
            <a:xfrm>
              <a:off x="17184355" y="8549098"/>
              <a:ext cx="3802560" cy="28120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/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OpenWeatherMap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API - погода из интернета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Room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Database - данные на телефоне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Firebase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Cloud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данные в облаке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Настройки - предпочтения пользователя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21353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Shape">
            <a:extLst>
              <a:ext uri="{FF2B5EF4-FFF2-40B4-BE49-F238E27FC236}">
                <a16:creationId xmlns:a16="http://schemas.microsoft.com/office/drawing/2014/main" id="{04B4B199-9D2E-5007-AAC4-9D76CB984C60}"/>
              </a:ext>
            </a:extLst>
          </p:cNvPr>
          <p:cNvSpPr/>
          <p:nvPr/>
        </p:nvSpPr>
        <p:spPr>
          <a:xfrm rot="2674744">
            <a:off x="13930668" y="8596247"/>
            <a:ext cx="1254774" cy="1236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6" h="21509" extrusionOk="0">
                <a:moveTo>
                  <a:pt x="19524" y="15"/>
                </a:moveTo>
                <a:cubicBezTo>
                  <a:pt x="19186" y="-25"/>
                  <a:pt x="18845" y="13"/>
                  <a:pt x="18519" y="146"/>
                </a:cubicBezTo>
                <a:lnTo>
                  <a:pt x="12316" y="2217"/>
                </a:lnTo>
                <a:cubicBezTo>
                  <a:pt x="11643" y="2393"/>
                  <a:pt x="11118" y="2920"/>
                  <a:pt x="10930" y="3594"/>
                </a:cubicBezTo>
                <a:cubicBezTo>
                  <a:pt x="10731" y="4306"/>
                  <a:pt x="10942" y="5066"/>
                  <a:pt x="11479" y="5571"/>
                </a:cubicBezTo>
                <a:lnTo>
                  <a:pt x="12167" y="6264"/>
                </a:lnTo>
                <a:lnTo>
                  <a:pt x="1406" y="17104"/>
                </a:lnTo>
                <a:cubicBezTo>
                  <a:pt x="759" y="17756"/>
                  <a:pt x="366" y="18149"/>
                  <a:pt x="197" y="18500"/>
                </a:cubicBezTo>
                <a:cubicBezTo>
                  <a:pt x="-66" y="19067"/>
                  <a:pt x="-66" y="19722"/>
                  <a:pt x="197" y="20289"/>
                </a:cubicBezTo>
                <a:cubicBezTo>
                  <a:pt x="300" y="20513"/>
                  <a:pt x="442" y="20714"/>
                  <a:pt x="615" y="20889"/>
                </a:cubicBezTo>
                <a:cubicBezTo>
                  <a:pt x="789" y="21064"/>
                  <a:pt x="997" y="21206"/>
                  <a:pt x="1220" y="21310"/>
                </a:cubicBezTo>
                <a:cubicBezTo>
                  <a:pt x="1783" y="21575"/>
                  <a:pt x="2433" y="21575"/>
                  <a:pt x="2996" y="21310"/>
                </a:cubicBezTo>
                <a:cubicBezTo>
                  <a:pt x="3345" y="21140"/>
                  <a:pt x="3726" y="20754"/>
                  <a:pt x="4373" y="20102"/>
                </a:cubicBezTo>
                <a:lnTo>
                  <a:pt x="15143" y="9262"/>
                </a:lnTo>
                <a:lnTo>
                  <a:pt x="15952" y="10077"/>
                </a:lnTo>
                <a:cubicBezTo>
                  <a:pt x="16374" y="10492"/>
                  <a:pt x="16970" y="10685"/>
                  <a:pt x="17552" y="10593"/>
                </a:cubicBezTo>
                <a:cubicBezTo>
                  <a:pt x="18284" y="10476"/>
                  <a:pt x="18875" y="9942"/>
                  <a:pt x="19077" y="9225"/>
                </a:cubicBezTo>
                <a:lnTo>
                  <a:pt x="21226" y="2798"/>
                </a:lnTo>
                <a:cubicBezTo>
                  <a:pt x="21534" y="1915"/>
                  <a:pt x="21236" y="927"/>
                  <a:pt x="20482" y="381"/>
                </a:cubicBezTo>
                <a:cubicBezTo>
                  <a:pt x="20197" y="174"/>
                  <a:pt x="19862" y="56"/>
                  <a:pt x="19524" y="15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50801" tIns="50801" rIns="50801" bIns="50801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0A765C6-A59B-4540-B9A0-EE5B6A791E79}"/>
              </a:ext>
            </a:extLst>
          </p:cNvPr>
          <p:cNvGrpSpPr/>
          <p:nvPr/>
        </p:nvGrpSpPr>
        <p:grpSpPr>
          <a:xfrm>
            <a:off x="1433946" y="5153200"/>
            <a:ext cx="4982004" cy="7354831"/>
            <a:chOff x="1822618" y="4393392"/>
            <a:chExt cx="4982004" cy="7354831"/>
          </a:xfrm>
        </p:grpSpPr>
        <p:sp>
          <p:nvSpPr>
            <p:cNvPr id="1861" name="Rounded Rectangle"/>
            <p:cNvSpPr/>
            <p:nvPr/>
          </p:nvSpPr>
          <p:spPr>
            <a:xfrm>
              <a:off x="1822618" y="4393392"/>
              <a:ext cx="4981954" cy="7354831"/>
            </a:xfrm>
            <a:prstGeom prst="roundRect">
              <a:avLst>
                <a:gd name="adj" fmla="val 4058"/>
              </a:avLst>
            </a:prstGeom>
            <a:solidFill>
              <a:schemeClr val="accent6">
                <a:alpha val="28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862" name="Shape"/>
            <p:cNvSpPr/>
            <p:nvPr/>
          </p:nvSpPr>
          <p:spPr>
            <a:xfrm>
              <a:off x="1822647" y="4393457"/>
              <a:ext cx="4981975" cy="12168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599" extrusionOk="0">
                  <a:moveTo>
                    <a:pt x="1341" y="0"/>
                  </a:moveTo>
                  <a:cubicBezTo>
                    <a:pt x="947" y="0"/>
                    <a:pt x="712" y="-1"/>
                    <a:pt x="554" y="268"/>
                  </a:cubicBezTo>
                  <a:cubicBezTo>
                    <a:pt x="328" y="606"/>
                    <a:pt x="148" y="1340"/>
                    <a:pt x="66" y="2268"/>
                  </a:cubicBezTo>
                  <a:cubicBezTo>
                    <a:pt x="0" y="2912"/>
                    <a:pt x="0" y="3871"/>
                    <a:pt x="0" y="5481"/>
                  </a:cubicBezTo>
                  <a:lnTo>
                    <a:pt x="0" y="21599"/>
                  </a:lnTo>
                  <a:lnTo>
                    <a:pt x="21600" y="21599"/>
                  </a:lnTo>
                  <a:lnTo>
                    <a:pt x="21600" y="5481"/>
                  </a:lnTo>
                  <a:cubicBezTo>
                    <a:pt x="21600" y="3871"/>
                    <a:pt x="21600" y="2912"/>
                    <a:pt x="21534" y="2268"/>
                  </a:cubicBezTo>
                  <a:cubicBezTo>
                    <a:pt x="21452" y="1340"/>
                    <a:pt x="21272" y="606"/>
                    <a:pt x="21046" y="268"/>
                  </a:cubicBezTo>
                  <a:cubicBezTo>
                    <a:pt x="20888" y="-1"/>
                    <a:pt x="20652" y="0"/>
                    <a:pt x="20259" y="0"/>
                  </a:cubicBezTo>
                  <a:lnTo>
                    <a:pt x="1341" y="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865" name="1 GB Bandwidth…"/>
            <p:cNvSpPr txBox="1"/>
            <p:nvPr/>
          </p:nvSpPr>
          <p:spPr>
            <a:xfrm>
              <a:off x="2489262" y="7254860"/>
              <a:ext cx="3648660" cy="41667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/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Главный экран - погода и настроение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Экран авторизации - вход/регистрация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История настроений - все записи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Графики и аналитика - статистика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Настройки - параметры приложения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Выбор города - поиск и добавление</a:t>
              </a:r>
            </a:p>
          </p:txBody>
        </p:sp>
        <p:sp>
          <p:nvSpPr>
            <p:cNvPr id="1866" name="Basic"/>
            <p:cNvSpPr txBox="1"/>
            <p:nvPr/>
          </p:nvSpPr>
          <p:spPr>
            <a:xfrm>
              <a:off x="2335364" y="4792316"/>
              <a:ext cx="3956458" cy="5336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>
                <a:defRPr sz="22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280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Интерфейс</a:t>
              </a:r>
              <a:endParaRPr sz="2801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7" name="10 /month"/>
            <p:cNvSpPr txBox="1"/>
            <p:nvPr/>
          </p:nvSpPr>
          <p:spPr>
            <a:xfrm>
              <a:off x="2764325" y="5823203"/>
              <a:ext cx="3098533" cy="12108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>
                <a:defRPr sz="36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36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Экраны приложения:</a:t>
              </a:r>
            </a:p>
          </p:txBody>
        </p:sp>
      </p:grpSp>
      <p:sp>
        <p:nvSpPr>
          <p:cNvPr id="44" name="Pricing Tables">
            <a:extLst>
              <a:ext uri="{FF2B5EF4-FFF2-40B4-BE49-F238E27FC236}">
                <a16:creationId xmlns:a16="http://schemas.microsoft.com/office/drawing/2014/main" id="{30B9698C-B413-A546-B681-C24F2EB92808}"/>
              </a:ext>
            </a:extLst>
          </p:cNvPr>
          <p:cNvSpPr txBox="1"/>
          <p:nvPr/>
        </p:nvSpPr>
        <p:spPr>
          <a:xfrm>
            <a:off x="1427162" y="3155019"/>
            <a:ext cx="17222787" cy="133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1" tIns="50801" rIns="50801" bIns="50801">
            <a:spAutoFit/>
          </a:bodyPr>
          <a:lstStyle>
            <a:lvl1pPr algn="l">
              <a:defRPr sz="80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ru-R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Архитектура приложения</a:t>
            </a:r>
          </a:p>
        </p:txBody>
      </p:sp>
      <p:sp>
        <p:nvSpPr>
          <p:cNvPr id="43" name="Rectangle">
            <a:extLst>
              <a:ext uri="{FF2B5EF4-FFF2-40B4-BE49-F238E27FC236}">
                <a16:creationId xmlns:a16="http://schemas.microsoft.com/office/drawing/2014/main" id="{3B115D08-A65F-4B1A-944E-665F97A2F74B}"/>
              </a:ext>
            </a:extLst>
          </p:cNvPr>
          <p:cNvSpPr/>
          <p:nvPr/>
        </p:nvSpPr>
        <p:spPr>
          <a:xfrm>
            <a:off x="1427163" y="2577132"/>
            <a:ext cx="3017521" cy="143978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48" name="Subtitle Text">
            <a:extLst>
              <a:ext uri="{FF2B5EF4-FFF2-40B4-BE49-F238E27FC236}">
                <a16:creationId xmlns:a16="http://schemas.microsoft.com/office/drawing/2014/main" id="{3FD8AF3F-A17A-4A6B-B90B-1261884BAA4E}"/>
              </a:ext>
            </a:extLst>
          </p:cNvPr>
          <p:cNvSpPr/>
          <p:nvPr/>
        </p:nvSpPr>
        <p:spPr>
          <a:xfrm>
            <a:off x="1427164" y="2266950"/>
            <a:ext cx="3322710" cy="3375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lnSpc>
                <a:spcPct val="120000"/>
              </a:lnSpc>
              <a:defRPr sz="1400" cap="all" spc="1120">
                <a:solidFill>
                  <a:srgbClr val="2424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140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WeatherMood</a:t>
            </a:r>
            <a:endParaRPr lang="ru-RU" sz="140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21" name="Группа 1920">
            <a:extLst>
              <a:ext uri="{FF2B5EF4-FFF2-40B4-BE49-F238E27FC236}">
                <a16:creationId xmlns:a16="http://schemas.microsoft.com/office/drawing/2014/main" id="{27FAACC3-A910-DB46-6899-5895F73B7EFB}"/>
              </a:ext>
            </a:extLst>
          </p:cNvPr>
          <p:cNvGrpSpPr/>
          <p:nvPr/>
        </p:nvGrpSpPr>
        <p:grpSpPr>
          <a:xfrm>
            <a:off x="8522700" y="5153199"/>
            <a:ext cx="4982004" cy="7354831"/>
            <a:chOff x="9198738" y="5146477"/>
            <a:chExt cx="4982004" cy="735483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5D771BE-9B4A-0846-8CF4-2C19C328A9C6}"/>
                </a:ext>
              </a:extLst>
            </p:cNvPr>
            <p:cNvGrpSpPr/>
            <p:nvPr/>
          </p:nvGrpSpPr>
          <p:grpSpPr>
            <a:xfrm>
              <a:off x="9198738" y="5146477"/>
              <a:ext cx="4982004" cy="7354831"/>
              <a:chOff x="7070111" y="4393392"/>
              <a:chExt cx="4982004" cy="7354831"/>
            </a:xfrm>
          </p:grpSpPr>
          <p:sp>
            <p:nvSpPr>
              <p:cNvPr id="1870" name="Rounded Rectangle"/>
              <p:cNvSpPr/>
              <p:nvPr/>
            </p:nvSpPr>
            <p:spPr>
              <a:xfrm>
                <a:off x="7070111" y="4393392"/>
                <a:ext cx="4981954" cy="7354831"/>
              </a:xfrm>
              <a:prstGeom prst="roundRect">
                <a:avLst>
                  <a:gd name="adj" fmla="val 4058"/>
                </a:avLst>
              </a:prstGeom>
              <a:solidFill>
                <a:schemeClr val="accent6">
                  <a:alpha val="28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3200" dirty="0">
                  <a:latin typeface="Arial Black" panose="020B0604020202020204" pitchFamily="34" charset="0"/>
                  <a:cs typeface="Arial Black" panose="020B0604020202020204" pitchFamily="34" charset="0"/>
                </a:endParaRPr>
              </a:p>
            </p:txBody>
          </p:sp>
          <p:sp>
            <p:nvSpPr>
              <p:cNvPr id="1871" name="Shape"/>
              <p:cNvSpPr/>
              <p:nvPr/>
            </p:nvSpPr>
            <p:spPr>
              <a:xfrm>
                <a:off x="7070140" y="4393457"/>
                <a:ext cx="4981975" cy="12168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9" h="21599" extrusionOk="0">
                    <a:moveTo>
                      <a:pt x="1341" y="0"/>
                    </a:moveTo>
                    <a:cubicBezTo>
                      <a:pt x="947" y="0"/>
                      <a:pt x="712" y="-1"/>
                      <a:pt x="554" y="268"/>
                    </a:cubicBezTo>
                    <a:cubicBezTo>
                      <a:pt x="328" y="606"/>
                      <a:pt x="148" y="1340"/>
                      <a:pt x="66" y="2268"/>
                    </a:cubicBezTo>
                    <a:cubicBezTo>
                      <a:pt x="0" y="2912"/>
                      <a:pt x="0" y="3871"/>
                      <a:pt x="0" y="5481"/>
                    </a:cubicBezTo>
                    <a:lnTo>
                      <a:pt x="0" y="21599"/>
                    </a:lnTo>
                    <a:lnTo>
                      <a:pt x="21600" y="21599"/>
                    </a:lnTo>
                    <a:lnTo>
                      <a:pt x="21600" y="5481"/>
                    </a:lnTo>
                    <a:cubicBezTo>
                      <a:pt x="21600" y="3871"/>
                      <a:pt x="21600" y="2912"/>
                      <a:pt x="21534" y="2268"/>
                    </a:cubicBezTo>
                    <a:cubicBezTo>
                      <a:pt x="21452" y="1340"/>
                      <a:pt x="21272" y="606"/>
                      <a:pt x="21046" y="268"/>
                    </a:cubicBezTo>
                    <a:cubicBezTo>
                      <a:pt x="20888" y="-1"/>
                      <a:pt x="20652" y="0"/>
                      <a:pt x="20259" y="0"/>
                    </a:cubicBezTo>
                    <a:lnTo>
                      <a:pt x="134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3200" dirty="0">
                  <a:latin typeface="Arial Black" panose="020B0604020202020204" pitchFamily="34" charset="0"/>
                  <a:cs typeface="Arial Black" panose="020B0604020202020204" pitchFamily="34" charset="0"/>
                </a:endParaRPr>
              </a:p>
            </p:txBody>
          </p:sp>
          <p:sp>
            <p:nvSpPr>
              <p:cNvPr id="1875" name="Standard"/>
              <p:cNvSpPr txBox="1"/>
              <p:nvPr/>
            </p:nvSpPr>
            <p:spPr>
              <a:xfrm>
                <a:off x="7582857" y="4792316"/>
                <a:ext cx="3956458" cy="5336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1" tIns="50801" rIns="50801" bIns="50801" numCol="1" anchor="t">
                <a:spAutoFit/>
              </a:bodyPr>
              <a:lstStyle>
                <a:lvl1pPr>
                  <a:defRPr sz="2200" b="0">
                    <a:solidFill>
                      <a:srgbClr val="242423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defRPr>
                </a:lvl1pPr>
              </a:lstStyle>
              <a:p>
                <a:r>
                  <a:rPr lang="ru-RU" sz="2801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Бизнес-логика</a:t>
                </a:r>
                <a:endParaRPr sz="280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6" name="20 /month"/>
              <p:cNvSpPr txBox="1"/>
              <p:nvPr/>
            </p:nvSpPr>
            <p:spPr>
              <a:xfrm>
                <a:off x="8005029" y="5774383"/>
                <a:ext cx="3098533" cy="176497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1" tIns="50801" rIns="50801" bIns="50801" numCol="1" anchor="t">
                <a:spAutoFit/>
              </a:bodyPr>
              <a:lstStyle>
                <a:lvl1pPr>
                  <a:defRPr sz="3600" b="0">
                    <a:solidFill>
                      <a:srgbClr val="242423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defRPr>
                </a:lvl1pPr>
              </a:lstStyle>
              <a:p>
                <a:r>
                  <a:rPr lang="ru-RU" sz="3601" b="1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Умные помощники (</a:t>
                </a:r>
                <a:r>
                  <a:rPr lang="en-US" sz="3601" b="1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Managers):</a:t>
                </a:r>
                <a:endParaRPr lang="ru-RU" sz="36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1 GB Bandwidth…">
              <a:extLst>
                <a:ext uri="{FF2B5EF4-FFF2-40B4-BE49-F238E27FC236}">
                  <a16:creationId xmlns:a16="http://schemas.microsoft.com/office/drawing/2014/main" id="{E07E279F-F527-91A5-AD9E-42882DE45D8B}"/>
                </a:ext>
              </a:extLst>
            </p:cNvPr>
            <p:cNvSpPr txBox="1"/>
            <p:nvPr/>
          </p:nvSpPr>
          <p:spPr>
            <a:xfrm>
              <a:off x="9858592" y="8456547"/>
              <a:ext cx="3648660" cy="3828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/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en-US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UserManager</a:t>
              </a:r>
              <a:r>
                <a:rPr lang="en-US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управляет пользователями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en-US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CityManager</a:t>
              </a:r>
              <a:r>
                <a:rPr lang="en-US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управляет городами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en-US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LocationHelper</a:t>
              </a:r>
              <a:r>
                <a:rPr lang="en-US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определяет местоположение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en-US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SyncManager</a:t>
              </a:r>
              <a:r>
                <a:rPr lang="en-US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синхронизирует данные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en-US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AuthService</a:t>
              </a:r>
              <a:r>
                <a:rPr lang="en-US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авторизация</a:t>
              </a:r>
            </a:p>
          </p:txBody>
        </p:sp>
      </p:grpSp>
      <p:grpSp>
        <p:nvGrpSpPr>
          <p:cNvPr id="1920" name="Группа 1919">
            <a:extLst>
              <a:ext uri="{FF2B5EF4-FFF2-40B4-BE49-F238E27FC236}">
                <a16:creationId xmlns:a16="http://schemas.microsoft.com/office/drawing/2014/main" id="{C78E4023-C1D9-24A9-3110-DFF9D64745AD}"/>
              </a:ext>
            </a:extLst>
          </p:cNvPr>
          <p:cNvGrpSpPr/>
          <p:nvPr/>
        </p:nvGrpSpPr>
        <p:grpSpPr>
          <a:xfrm>
            <a:off x="15611404" y="5153199"/>
            <a:ext cx="4982004" cy="7354830"/>
            <a:chOff x="16594661" y="5259871"/>
            <a:chExt cx="4982004" cy="735483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88DB8C7-2C35-4E4F-8DF7-16C78A858EC5}"/>
                </a:ext>
              </a:extLst>
            </p:cNvPr>
            <p:cNvGrpSpPr/>
            <p:nvPr/>
          </p:nvGrpSpPr>
          <p:grpSpPr>
            <a:xfrm>
              <a:off x="16594661" y="5259871"/>
              <a:ext cx="4982004" cy="7354830"/>
              <a:chOff x="17565096" y="4393392"/>
              <a:chExt cx="4982004" cy="7354831"/>
            </a:xfrm>
          </p:grpSpPr>
          <p:sp>
            <p:nvSpPr>
              <p:cNvPr id="1879" name="Rounded Rectangle"/>
              <p:cNvSpPr/>
              <p:nvPr/>
            </p:nvSpPr>
            <p:spPr>
              <a:xfrm>
                <a:off x="17565096" y="4393392"/>
                <a:ext cx="4981954" cy="7354831"/>
              </a:xfrm>
              <a:prstGeom prst="roundRect">
                <a:avLst>
                  <a:gd name="adj" fmla="val 4058"/>
                </a:avLst>
              </a:prstGeom>
              <a:solidFill>
                <a:schemeClr val="accent6">
                  <a:alpha val="28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3200" dirty="0">
                  <a:latin typeface="Arial Black" panose="020B0604020202020204" pitchFamily="34" charset="0"/>
                  <a:cs typeface="Arial Black" panose="020B0604020202020204" pitchFamily="34" charset="0"/>
                </a:endParaRPr>
              </a:p>
            </p:txBody>
          </p:sp>
          <p:sp>
            <p:nvSpPr>
              <p:cNvPr id="1880" name="Shape"/>
              <p:cNvSpPr/>
              <p:nvPr/>
            </p:nvSpPr>
            <p:spPr>
              <a:xfrm>
                <a:off x="17565125" y="4393457"/>
                <a:ext cx="4981975" cy="12168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9" h="21599" extrusionOk="0">
                    <a:moveTo>
                      <a:pt x="1341" y="0"/>
                    </a:moveTo>
                    <a:cubicBezTo>
                      <a:pt x="947" y="0"/>
                      <a:pt x="712" y="-1"/>
                      <a:pt x="554" y="268"/>
                    </a:cubicBezTo>
                    <a:cubicBezTo>
                      <a:pt x="328" y="606"/>
                      <a:pt x="148" y="1340"/>
                      <a:pt x="66" y="2268"/>
                    </a:cubicBezTo>
                    <a:cubicBezTo>
                      <a:pt x="0" y="2912"/>
                      <a:pt x="0" y="3871"/>
                      <a:pt x="0" y="5481"/>
                    </a:cubicBezTo>
                    <a:lnTo>
                      <a:pt x="0" y="21599"/>
                    </a:lnTo>
                    <a:lnTo>
                      <a:pt x="21600" y="21599"/>
                    </a:lnTo>
                    <a:lnTo>
                      <a:pt x="21600" y="5481"/>
                    </a:lnTo>
                    <a:cubicBezTo>
                      <a:pt x="21600" y="3871"/>
                      <a:pt x="21600" y="2912"/>
                      <a:pt x="21534" y="2268"/>
                    </a:cubicBezTo>
                    <a:cubicBezTo>
                      <a:pt x="21452" y="1340"/>
                      <a:pt x="21272" y="606"/>
                      <a:pt x="21046" y="268"/>
                    </a:cubicBezTo>
                    <a:cubicBezTo>
                      <a:pt x="20888" y="-1"/>
                      <a:pt x="20652" y="0"/>
                      <a:pt x="20259" y="0"/>
                    </a:cubicBezTo>
                    <a:lnTo>
                      <a:pt x="134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3200" dirty="0">
                  <a:latin typeface="Arial Black" panose="020B0604020202020204" pitchFamily="34" charset="0"/>
                  <a:cs typeface="Arial Black" panose="020B0604020202020204" pitchFamily="34" charset="0"/>
                </a:endParaRPr>
              </a:p>
            </p:txBody>
          </p:sp>
          <p:sp>
            <p:nvSpPr>
              <p:cNvPr id="1884" name="Pro"/>
              <p:cNvSpPr txBox="1"/>
              <p:nvPr/>
            </p:nvSpPr>
            <p:spPr>
              <a:xfrm>
                <a:off x="18077842" y="4792316"/>
                <a:ext cx="3956458" cy="5336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1" tIns="50801" rIns="50801" bIns="50801" numCol="1" anchor="t">
                <a:spAutoFit/>
              </a:bodyPr>
              <a:lstStyle>
                <a:lvl1pPr>
                  <a:defRPr sz="2200" b="0">
                    <a:solidFill>
                      <a:srgbClr val="242423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defRPr>
                </a:lvl1pPr>
              </a:lstStyle>
              <a:p>
                <a:r>
                  <a:rPr lang="ru-RU" sz="2801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Данные</a:t>
                </a:r>
                <a:endParaRPr sz="280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85" name="40 /month"/>
              <p:cNvSpPr txBox="1"/>
              <p:nvPr/>
            </p:nvSpPr>
            <p:spPr>
              <a:xfrm>
                <a:off x="18369272" y="6093390"/>
                <a:ext cx="3373596" cy="12108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1" tIns="50801" rIns="50801" bIns="50801" numCol="1" anchor="t">
                <a:spAutoFit/>
              </a:bodyPr>
              <a:lstStyle>
                <a:lvl1pPr>
                  <a:defRPr sz="3600" b="0">
                    <a:solidFill>
                      <a:srgbClr val="242423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defRPr>
                </a:lvl1pPr>
              </a:lstStyle>
              <a:p>
                <a:r>
                  <a:rPr lang="ru-RU" sz="3601" b="1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Источники информации:</a:t>
                </a:r>
              </a:p>
            </p:txBody>
          </p:sp>
        </p:grpSp>
        <p:sp>
          <p:nvSpPr>
            <p:cNvPr id="7" name="1 GB Bandwidth…">
              <a:extLst>
                <a:ext uri="{FF2B5EF4-FFF2-40B4-BE49-F238E27FC236}">
                  <a16:creationId xmlns:a16="http://schemas.microsoft.com/office/drawing/2014/main" id="{4D96295A-1EA3-2AC1-315D-620394ACAA87}"/>
                </a:ext>
              </a:extLst>
            </p:cNvPr>
            <p:cNvSpPr txBox="1"/>
            <p:nvPr/>
          </p:nvSpPr>
          <p:spPr>
            <a:xfrm>
              <a:off x="17184355" y="8549098"/>
              <a:ext cx="3802560" cy="28120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/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OpenWeatherMap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API - погода из интернета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Room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Database - данные на телефоне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Firebase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Cloud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данные в облаке</a:t>
              </a:r>
            </a:p>
            <a:p>
              <a:pPr algn="l" defTabSz="457248"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Настройки - предпочтения пользователя</a:t>
              </a:r>
            </a:p>
          </p:txBody>
        </p:sp>
      </p:grpSp>
      <p:sp>
        <p:nvSpPr>
          <p:cNvPr id="1923" name="Shape">
            <a:extLst>
              <a:ext uri="{FF2B5EF4-FFF2-40B4-BE49-F238E27FC236}">
                <a16:creationId xmlns:a16="http://schemas.microsoft.com/office/drawing/2014/main" id="{93146D52-8829-3E76-7F01-C21C1DA4AC25}"/>
              </a:ext>
            </a:extLst>
          </p:cNvPr>
          <p:cNvSpPr/>
          <p:nvPr/>
        </p:nvSpPr>
        <p:spPr>
          <a:xfrm rot="2674744">
            <a:off x="6841912" y="8599107"/>
            <a:ext cx="1254774" cy="1236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6" h="21509" extrusionOk="0">
                <a:moveTo>
                  <a:pt x="19524" y="15"/>
                </a:moveTo>
                <a:cubicBezTo>
                  <a:pt x="19186" y="-25"/>
                  <a:pt x="18845" y="13"/>
                  <a:pt x="18519" y="146"/>
                </a:cubicBezTo>
                <a:lnTo>
                  <a:pt x="12316" y="2217"/>
                </a:lnTo>
                <a:cubicBezTo>
                  <a:pt x="11643" y="2393"/>
                  <a:pt x="11118" y="2920"/>
                  <a:pt x="10930" y="3594"/>
                </a:cubicBezTo>
                <a:cubicBezTo>
                  <a:pt x="10731" y="4306"/>
                  <a:pt x="10942" y="5066"/>
                  <a:pt x="11479" y="5571"/>
                </a:cubicBezTo>
                <a:lnTo>
                  <a:pt x="12167" y="6264"/>
                </a:lnTo>
                <a:lnTo>
                  <a:pt x="1406" y="17104"/>
                </a:lnTo>
                <a:cubicBezTo>
                  <a:pt x="759" y="17756"/>
                  <a:pt x="366" y="18149"/>
                  <a:pt x="197" y="18500"/>
                </a:cubicBezTo>
                <a:cubicBezTo>
                  <a:pt x="-66" y="19067"/>
                  <a:pt x="-66" y="19722"/>
                  <a:pt x="197" y="20289"/>
                </a:cubicBezTo>
                <a:cubicBezTo>
                  <a:pt x="300" y="20513"/>
                  <a:pt x="442" y="20714"/>
                  <a:pt x="615" y="20889"/>
                </a:cubicBezTo>
                <a:cubicBezTo>
                  <a:pt x="789" y="21064"/>
                  <a:pt x="997" y="21206"/>
                  <a:pt x="1220" y="21310"/>
                </a:cubicBezTo>
                <a:cubicBezTo>
                  <a:pt x="1783" y="21575"/>
                  <a:pt x="2433" y="21575"/>
                  <a:pt x="2996" y="21310"/>
                </a:cubicBezTo>
                <a:cubicBezTo>
                  <a:pt x="3345" y="21140"/>
                  <a:pt x="3726" y="20754"/>
                  <a:pt x="4373" y="20102"/>
                </a:cubicBezTo>
                <a:lnTo>
                  <a:pt x="15143" y="9262"/>
                </a:lnTo>
                <a:lnTo>
                  <a:pt x="15952" y="10077"/>
                </a:lnTo>
                <a:cubicBezTo>
                  <a:pt x="16374" y="10492"/>
                  <a:pt x="16970" y="10685"/>
                  <a:pt x="17552" y="10593"/>
                </a:cubicBezTo>
                <a:cubicBezTo>
                  <a:pt x="18284" y="10476"/>
                  <a:pt x="18875" y="9942"/>
                  <a:pt x="19077" y="9225"/>
                </a:cubicBezTo>
                <a:lnTo>
                  <a:pt x="21226" y="2798"/>
                </a:lnTo>
                <a:cubicBezTo>
                  <a:pt x="21534" y="1915"/>
                  <a:pt x="21236" y="927"/>
                  <a:pt x="20482" y="381"/>
                </a:cubicBezTo>
                <a:cubicBezTo>
                  <a:pt x="20197" y="174"/>
                  <a:pt x="19862" y="56"/>
                  <a:pt x="19524" y="15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50801" tIns="50801" rIns="50801" bIns="50801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grpSp>
        <p:nvGrpSpPr>
          <p:cNvPr id="1949" name="Group 1">
            <a:extLst>
              <a:ext uri="{FF2B5EF4-FFF2-40B4-BE49-F238E27FC236}">
                <a16:creationId xmlns:a16="http://schemas.microsoft.com/office/drawing/2014/main" id="{7D7487BF-3F62-EA90-EFDA-629783668921}"/>
              </a:ext>
            </a:extLst>
          </p:cNvPr>
          <p:cNvGrpSpPr/>
          <p:nvPr/>
        </p:nvGrpSpPr>
        <p:grpSpPr>
          <a:xfrm>
            <a:off x="-21978715" y="6236515"/>
            <a:ext cx="3765024" cy="5650496"/>
            <a:chOff x="1713437" y="6548477"/>
            <a:chExt cx="3765024" cy="5650497"/>
          </a:xfrm>
        </p:grpSpPr>
        <p:sp>
          <p:nvSpPr>
            <p:cNvPr id="1950" name="Rounded Rectangle">
              <a:extLst>
                <a:ext uri="{FF2B5EF4-FFF2-40B4-BE49-F238E27FC236}">
                  <a16:creationId xmlns:a16="http://schemas.microsoft.com/office/drawing/2014/main" id="{E694373C-0E90-5809-9346-3326A7907EBB}"/>
                </a:ext>
              </a:extLst>
            </p:cNvPr>
            <p:cNvSpPr/>
            <p:nvPr/>
          </p:nvSpPr>
          <p:spPr>
            <a:xfrm>
              <a:off x="1713437" y="6548477"/>
              <a:ext cx="3765024" cy="5650497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951" name="Type text">
              <a:extLst>
                <a:ext uri="{FF2B5EF4-FFF2-40B4-BE49-F238E27FC236}">
                  <a16:creationId xmlns:a16="http://schemas.microsoft.com/office/drawing/2014/main" id="{AF5C109D-B80A-386E-B9F5-981646F81CFF}"/>
                </a:ext>
              </a:extLst>
            </p:cNvPr>
            <p:cNvSpPr txBox="1"/>
            <p:nvPr/>
          </p:nvSpPr>
          <p:spPr>
            <a:xfrm>
              <a:off x="2151835" y="8688736"/>
              <a:ext cx="3121064" cy="5334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dirty="0">
                  <a:solidFill>
                    <a:schemeClr val="accent2"/>
                  </a:solidFill>
                </a:rPr>
                <a:t>Пользователи</a:t>
              </a:r>
            </a:p>
          </p:txBody>
        </p:sp>
        <p:sp>
          <p:nvSpPr>
            <p:cNvPr id="1952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5D0A87B6-CDA2-00AE-F21D-DB07CFBCC860}"/>
                </a:ext>
              </a:extLst>
            </p:cNvPr>
            <p:cNvSpPr txBox="1"/>
            <p:nvPr/>
          </p:nvSpPr>
          <p:spPr>
            <a:xfrm>
              <a:off x="2190653" y="9253583"/>
              <a:ext cx="3121064" cy="28052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b="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users</a:t>
              </a:r>
              <a:endParaRPr lang="ru-RU" sz="2201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ID пользователя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18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(если есть аккаунт)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Имя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Дата создания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Настройки темы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Режим (анонимный или с аккаунтом)</a:t>
              </a:r>
            </a:p>
          </p:txBody>
        </p:sp>
      </p:grpSp>
      <p:grpSp>
        <p:nvGrpSpPr>
          <p:cNvPr id="1953" name="Group 2">
            <a:extLst>
              <a:ext uri="{FF2B5EF4-FFF2-40B4-BE49-F238E27FC236}">
                <a16:creationId xmlns:a16="http://schemas.microsoft.com/office/drawing/2014/main" id="{DFDD7001-6128-064D-87F6-83782080CD90}"/>
              </a:ext>
            </a:extLst>
          </p:cNvPr>
          <p:cNvGrpSpPr/>
          <p:nvPr/>
        </p:nvGrpSpPr>
        <p:grpSpPr>
          <a:xfrm>
            <a:off x="-17671136" y="5961797"/>
            <a:ext cx="3765024" cy="5925212"/>
            <a:chOff x="5900203" y="5063738"/>
            <a:chExt cx="3765024" cy="7135235"/>
          </a:xfrm>
        </p:grpSpPr>
        <p:sp>
          <p:nvSpPr>
            <p:cNvPr id="1954" name="Rounded Rectangle">
              <a:extLst>
                <a:ext uri="{FF2B5EF4-FFF2-40B4-BE49-F238E27FC236}">
                  <a16:creationId xmlns:a16="http://schemas.microsoft.com/office/drawing/2014/main" id="{255F6E83-6CCA-8549-3F88-BABBADD69A94}"/>
                </a:ext>
              </a:extLst>
            </p:cNvPr>
            <p:cNvSpPr/>
            <p:nvPr/>
          </p:nvSpPr>
          <p:spPr>
            <a:xfrm>
              <a:off x="5900203" y="5063738"/>
              <a:ext cx="3765024" cy="7135235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955" name="Type text">
              <a:extLst>
                <a:ext uri="{FF2B5EF4-FFF2-40B4-BE49-F238E27FC236}">
                  <a16:creationId xmlns:a16="http://schemas.microsoft.com/office/drawing/2014/main" id="{E5909744-CC9C-6276-ECAD-E6053B313C86}"/>
                </a:ext>
              </a:extLst>
            </p:cNvPr>
            <p:cNvSpPr txBox="1"/>
            <p:nvPr/>
          </p:nvSpPr>
          <p:spPr>
            <a:xfrm>
              <a:off x="6335491" y="6959243"/>
              <a:ext cx="2894448" cy="116161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Избранные города</a:t>
              </a:r>
            </a:p>
          </p:txBody>
        </p:sp>
        <p:sp>
          <p:nvSpPr>
            <p:cNvPr id="1956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4202F256-6206-B33F-9CED-A05F4B88D03B}"/>
                </a:ext>
              </a:extLst>
            </p:cNvPr>
            <p:cNvSpPr txBox="1"/>
            <p:nvPr/>
          </p:nvSpPr>
          <p:spPr>
            <a:xfrm>
              <a:off x="6378314" y="8234541"/>
              <a:ext cx="2839217" cy="377841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b="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favorite_cities</a:t>
              </a:r>
              <a:endParaRPr lang="ru-RU" sz="2201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Название города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Координаты (широта, долгота)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Страна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Выбран ли по умолчанию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Принадлежит какому пользователю</a:t>
              </a:r>
            </a:p>
          </p:txBody>
        </p:sp>
      </p:grpSp>
      <p:grpSp>
        <p:nvGrpSpPr>
          <p:cNvPr id="1957" name="Group 5">
            <a:extLst>
              <a:ext uri="{FF2B5EF4-FFF2-40B4-BE49-F238E27FC236}">
                <a16:creationId xmlns:a16="http://schemas.microsoft.com/office/drawing/2014/main" id="{8E559538-C5E1-2799-C1D3-51E704FD3989}"/>
              </a:ext>
            </a:extLst>
          </p:cNvPr>
          <p:cNvGrpSpPr/>
          <p:nvPr/>
        </p:nvGrpSpPr>
        <p:grpSpPr>
          <a:xfrm>
            <a:off x="-4748396" y="6236515"/>
            <a:ext cx="3765024" cy="5650494"/>
            <a:chOff x="18460502" y="5844393"/>
            <a:chExt cx="3765024" cy="6354580"/>
          </a:xfrm>
        </p:grpSpPr>
        <p:sp>
          <p:nvSpPr>
            <p:cNvPr id="1958" name="Rounded Rectangle">
              <a:extLst>
                <a:ext uri="{FF2B5EF4-FFF2-40B4-BE49-F238E27FC236}">
                  <a16:creationId xmlns:a16="http://schemas.microsoft.com/office/drawing/2014/main" id="{927F8402-1201-2CC0-2CA2-B77622BD9703}"/>
                </a:ext>
              </a:extLst>
            </p:cNvPr>
            <p:cNvSpPr/>
            <p:nvPr/>
          </p:nvSpPr>
          <p:spPr>
            <a:xfrm>
              <a:off x="18460502" y="5844393"/>
              <a:ext cx="3765024" cy="6354580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959" name="Type text">
              <a:extLst>
                <a:ext uri="{FF2B5EF4-FFF2-40B4-BE49-F238E27FC236}">
                  <a16:creationId xmlns:a16="http://schemas.microsoft.com/office/drawing/2014/main" id="{89DB4153-CC30-B6EC-41A2-99E7EAC59738}"/>
                </a:ext>
              </a:extLst>
            </p:cNvPr>
            <p:cNvSpPr txBox="1"/>
            <p:nvPr/>
          </p:nvSpPr>
          <p:spPr>
            <a:xfrm>
              <a:off x="18952923" y="7411804"/>
              <a:ext cx="2894448" cy="108482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Очередь синхронизации</a:t>
              </a:r>
            </a:p>
          </p:txBody>
        </p:sp>
        <p:sp>
          <p:nvSpPr>
            <p:cNvPr id="1960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30738946-86D7-9964-103C-A6758BF323DD}"/>
                </a:ext>
              </a:extLst>
            </p:cNvPr>
            <p:cNvSpPr txBox="1"/>
            <p:nvPr/>
          </p:nvSpPr>
          <p:spPr>
            <a:xfrm>
              <a:off x="18952923" y="8683535"/>
              <a:ext cx="3021425" cy="315480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b="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sync_queue</a:t>
              </a:r>
              <a:endParaRPr lang="ru-RU" sz="2201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Что нужно отправить в облако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Тип операции (добавить/изменить/удалить)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Количество попыток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Статус отправки</a:t>
              </a:r>
            </a:p>
          </p:txBody>
        </p:sp>
      </p:grpSp>
      <p:grpSp>
        <p:nvGrpSpPr>
          <p:cNvPr id="1961" name="Group 4">
            <a:extLst>
              <a:ext uri="{FF2B5EF4-FFF2-40B4-BE49-F238E27FC236}">
                <a16:creationId xmlns:a16="http://schemas.microsoft.com/office/drawing/2014/main" id="{9C8E9E8D-EDB8-19B6-A04B-40F1C4E24D51}"/>
              </a:ext>
            </a:extLst>
          </p:cNvPr>
          <p:cNvGrpSpPr/>
          <p:nvPr/>
        </p:nvGrpSpPr>
        <p:grpSpPr>
          <a:xfrm>
            <a:off x="-9055975" y="5961797"/>
            <a:ext cx="3765024" cy="5925212"/>
            <a:chOff x="14273736" y="5063738"/>
            <a:chExt cx="3765024" cy="7135235"/>
          </a:xfrm>
        </p:grpSpPr>
        <p:sp>
          <p:nvSpPr>
            <p:cNvPr id="1962" name="Rounded Rectangle">
              <a:extLst>
                <a:ext uri="{FF2B5EF4-FFF2-40B4-BE49-F238E27FC236}">
                  <a16:creationId xmlns:a16="http://schemas.microsoft.com/office/drawing/2014/main" id="{0E38691A-580D-C42F-FACE-573B09768D40}"/>
                </a:ext>
              </a:extLst>
            </p:cNvPr>
            <p:cNvSpPr/>
            <p:nvPr/>
          </p:nvSpPr>
          <p:spPr>
            <a:xfrm>
              <a:off x="14273736" y="5063738"/>
              <a:ext cx="3765024" cy="7135235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963" name="Type text">
              <a:extLst>
                <a:ext uri="{FF2B5EF4-FFF2-40B4-BE49-F238E27FC236}">
                  <a16:creationId xmlns:a16="http://schemas.microsoft.com/office/drawing/2014/main" id="{7C913852-E035-FD3B-8CF4-85F6646DE19D}"/>
                </a:ext>
              </a:extLst>
            </p:cNvPr>
            <p:cNvSpPr txBox="1"/>
            <p:nvPr/>
          </p:nvSpPr>
          <p:spPr>
            <a:xfrm>
              <a:off x="14766157" y="6665256"/>
              <a:ext cx="2908482" cy="64258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Кэш погоды</a:t>
              </a:r>
            </a:p>
          </p:txBody>
        </p:sp>
        <p:sp>
          <p:nvSpPr>
            <p:cNvPr id="1964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6CBDFAA0-04A0-FC43-FB58-2829E5965F81}"/>
                </a:ext>
              </a:extLst>
            </p:cNvPr>
            <p:cNvSpPr txBox="1"/>
            <p:nvPr/>
          </p:nvSpPr>
          <p:spPr>
            <a:xfrm>
              <a:off x="14766157" y="7450256"/>
              <a:ext cx="2908482" cy="297785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b="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weather_cache</a:t>
              </a:r>
              <a:endParaRPr lang="ru-RU" sz="2201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Данные о погоде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Город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Координаты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Время сохранения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Когда истекает (чтобы обновить)</a:t>
              </a:r>
            </a:p>
          </p:txBody>
        </p:sp>
      </p:grpSp>
      <p:grpSp>
        <p:nvGrpSpPr>
          <p:cNvPr id="1965" name="Group 3">
            <a:extLst>
              <a:ext uri="{FF2B5EF4-FFF2-40B4-BE49-F238E27FC236}">
                <a16:creationId xmlns:a16="http://schemas.microsoft.com/office/drawing/2014/main" id="{FC083A33-9423-754F-C8A2-5374268CF28E}"/>
              </a:ext>
            </a:extLst>
          </p:cNvPr>
          <p:cNvGrpSpPr/>
          <p:nvPr/>
        </p:nvGrpSpPr>
        <p:grpSpPr>
          <a:xfrm>
            <a:off x="-13363556" y="5779896"/>
            <a:ext cx="3765024" cy="6107113"/>
            <a:chOff x="10086970" y="5063738"/>
            <a:chExt cx="3765023" cy="7135235"/>
          </a:xfrm>
        </p:grpSpPr>
        <p:sp>
          <p:nvSpPr>
            <p:cNvPr id="1966" name="Rounded Rectangle">
              <a:extLst>
                <a:ext uri="{FF2B5EF4-FFF2-40B4-BE49-F238E27FC236}">
                  <a16:creationId xmlns:a16="http://schemas.microsoft.com/office/drawing/2014/main" id="{D40E0936-06E3-ACFE-F824-EC9FDDDBA5B8}"/>
                </a:ext>
              </a:extLst>
            </p:cNvPr>
            <p:cNvSpPr/>
            <p:nvPr/>
          </p:nvSpPr>
          <p:spPr>
            <a:xfrm>
              <a:off x="10086970" y="5063738"/>
              <a:ext cx="3765023" cy="7135235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967" name="Type text">
              <a:extLst>
                <a:ext uri="{FF2B5EF4-FFF2-40B4-BE49-F238E27FC236}">
                  <a16:creationId xmlns:a16="http://schemas.microsoft.com/office/drawing/2014/main" id="{DC1A2F26-778E-6EF7-7B1B-7DF337757CCB}"/>
                </a:ext>
              </a:extLst>
            </p:cNvPr>
            <p:cNvSpPr txBox="1"/>
            <p:nvPr/>
          </p:nvSpPr>
          <p:spPr>
            <a:xfrm>
              <a:off x="10551775" y="6449304"/>
              <a:ext cx="2625015" cy="112701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Оценки настроения</a:t>
              </a:r>
            </a:p>
          </p:txBody>
        </p:sp>
        <p:sp>
          <p:nvSpPr>
            <p:cNvPr id="1968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E402731B-4C1A-5743-483D-C4BABD167AFC}"/>
                </a:ext>
              </a:extLst>
            </p:cNvPr>
            <p:cNvSpPr txBox="1"/>
            <p:nvPr/>
          </p:nvSpPr>
          <p:spPr>
            <a:xfrm>
              <a:off x="10551775" y="7592662"/>
              <a:ext cx="3161908" cy="444258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b="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mood_ratings</a:t>
              </a:r>
              <a:endParaRPr lang="ru-RU" sz="2201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Оценка (1-5 звёзд)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Погода на момент оценки: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- Температура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- Ощущаемая температура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- Влажность, ветер и т</a:t>
              </a:r>
              <a:r>
                <a:rPr lang="en-US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</a:t>
              </a:r>
              <a:r>
                <a:rPr lang="en-US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ru-RU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- Погодные условия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Дата и время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Город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Примечание (опционально)</a:t>
              </a:r>
            </a:p>
          </p:txBody>
        </p:sp>
      </p:grpSp>
      <p:sp>
        <p:nvSpPr>
          <p:cNvPr id="1969" name="Type text">
            <a:extLst>
              <a:ext uri="{FF2B5EF4-FFF2-40B4-BE49-F238E27FC236}">
                <a16:creationId xmlns:a16="http://schemas.microsoft.com/office/drawing/2014/main" id="{11729B42-289F-3D38-EA12-C02F817B4DD0}"/>
              </a:ext>
            </a:extLst>
          </p:cNvPr>
          <p:cNvSpPr txBox="1"/>
          <p:nvPr/>
        </p:nvSpPr>
        <p:spPr>
          <a:xfrm>
            <a:off x="-21486297" y="6680384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ru-RU" sz="6000" dirty="0">
                <a:solidFill>
                  <a:srgbClr val="757D7D"/>
                </a:solidFill>
              </a:rPr>
              <a:t>👤</a:t>
            </a:r>
          </a:p>
        </p:txBody>
      </p:sp>
      <p:sp>
        <p:nvSpPr>
          <p:cNvPr id="1970" name="Type text">
            <a:extLst>
              <a:ext uri="{FF2B5EF4-FFF2-40B4-BE49-F238E27FC236}">
                <a16:creationId xmlns:a16="http://schemas.microsoft.com/office/drawing/2014/main" id="{A7EBFBD4-FBF7-C337-2294-B2ADB022859F}"/>
              </a:ext>
            </a:extLst>
          </p:cNvPr>
          <p:cNvSpPr txBox="1"/>
          <p:nvPr/>
        </p:nvSpPr>
        <p:spPr>
          <a:xfrm>
            <a:off x="-17275873" y="6333734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📍</a:t>
            </a:r>
            <a:endParaRPr lang="ru-RU" sz="6000" dirty="0">
              <a:solidFill>
                <a:srgbClr val="757D7D"/>
              </a:solidFill>
            </a:endParaRPr>
          </a:p>
        </p:txBody>
      </p:sp>
      <p:sp>
        <p:nvSpPr>
          <p:cNvPr id="1971" name="Type text">
            <a:extLst>
              <a:ext uri="{FF2B5EF4-FFF2-40B4-BE49-F238E27FC236}">
                <a16:creationId xmlns:a16="http://schemas.microsoft.com/office/drawing/2014/main" id="{68031223-A2B5-1D60-7C92-4EA87171F9C5}"/>
              </a:ext>
            </a:extLst>
          </p:cNvPr>
          <p:cNvSpPr txBox="1"/>
          <p:nvPr/>
        </p:nvSpPr>
        <p:spPr>
          <a:xfrm>
            <a:off x="-13033468" y="5961797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⭐</a:t>
            </a:r>
            <a:endParaRPr lang="ru-RU" sz="6000" dirty="0">
              <a:solidFill>
                <a:srgbClr val="757D7D"/>
              </a:solidFill>
            </a:endParaRPr>
          </a:p>
        </p:txBody>
      </p:sp>
      <p:sp>
        <p:nvSpPr>
          <p:cNvPr id="1972" name="Type text">
            <a:extLst>
              <a:ext uri="{FF2B5EF4-FFF2-40B4-BE49-F238E27FC236}">
                <a16:creationId xmlns:a16="http://schemas.microsoft.com/office/drawing/2014/main" id="{CD3A3962-054D-8AD3-A579-8EEC339FC83E}"/>
              </a:ext>
            </a:extLst>
          </p:cNvPr>
          <p:cNvSpPr txBox="1"/>
          <p:nvPr/>
        </p:nvSpPr>
        <p:spPr>
          <a:xfrm>
            <a:off x="-8670000" y="6044158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☁️</a:t>
            </a:r>
            <a:endParaRPr lang="ru-RU" sz="6000" dirty="0">
              <a:solidFill>
                <a:srgbClr val="757D7D"/>
              </a:solidFill>
            </a:endParaRPr>
          </a:p>
        </p:txBody>
      </p:sp>
      <p:sp>
        <p:nvSpPr>
          <p:cNvPr id="1973" name="Type text">
            <a:extLst>
              <a:ext uri="{FF2B5EF4-FFF2-40B4-BE49-F238E27FC236}">
                <a16:creationId xmlns:a16="http://schemas.microsoft.com/office/drawing/2014/main" id="{3BC80EF4-8D2D-0FE9-540C-F5F54649DA62}"/>
              </a:ext>
            </a:extLst>
          </p:cNvPr>
          <p:cNvSpPr txBox="1"/>
          <p:nvPr/>
        </p:nvSpPr>
        <p:spPr>
          <a:xfrm>
            <a:off x="-4413947" y="6376840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🔄</a:t>
            </a:r>
            <a:endParaRPr lang="ru-RU" sz="6000" dirty="0">
              <a:solidFill>
                <a:srgbClr val="757D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977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9" grpId="0" animBg="1"/>
      <p:bldP spid="19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">
            <a:extLst>
              <a:ext uri="{FF2B5EF4-FFF2-40B4-BE49-F238E27FC236}">
                <a16:creationId xmlns:a16="http://schemas.microsoft.com/office/drawing/2014/main" id="{722A1DCE-E7CB-40A5-8205-8871175D92B5}"/>
              </a:ext>
            </a:extLst>
          </p:cNvPr>
          <p:cNvSpPr/>
          <p:nvPr/>
        </p:nvSpPr>
        <p:spPr>
          <a:xfrm>
            <a:off x="1427163" y="2577132"/>
            <a:ext cx="3017521" cy="143978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dirty="0">
              <a:solidFill>
                <a:schemeClr val="accent2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9" name="Subtitle Text">
            <a:extLst>
              <a:ext uri="{FF2B5EF4-FFF2-40B4-BE49-F238E27FC236}">
                <a16:creationId xmlns:a16="http://schemas.microsoft.com/office/drawing/2014/main" id="{63AA870D-6BAC-4949-817B-BB5C562B231D}"/>
              </a:ext>
            </a:extLst>
          </p:cNvPr>
          <p:cNvSpPr/>
          <p:nvPr/>
        </p:nvSpPr>
        <p:spPr>
          <a:xfrm>
            <a:off x="1427164" y="2266950"/>
            <a:ext cx="3322710" cy="3375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lnSpc>
                <a:spcPct val="120000"/>
              </a:lnSpc>
              <a:defRPr sz="1400" cap="all" spc="1120">
                <a:solidFill>
                  <a:srgbClr val="2424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140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WeatherMood</a:t>
            </a:r>
            <a:endParaRPr lang="ru-RU" sz="140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Placeholder Demo Text">
            <a:extLst>
              <a:ext uri="{FF2B5EF4-FFF2-40B4-BE49-F238E27FC236}">
                <a16:creationId xmlns:a16="http://schemas.microsoft.com/office/drawing/2014/main" id="{31C82C58-FC2A-44DA-9CAF-9A491818C85D}"/>
              </a:ext>
            </a:extLst>
          </p:cNvPr>
          <p:cNvSpPr txBox="1"/>
          <p:nvPr/>
        </p:nvSpPr>
        <p:spPr>
          <a:xfrm>
            <a:off x="1414656" y="3404088"/>
            <a:ext cx="21066043" cy="133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1" tIns="50801" rIns="50801" bIns="50801">
            <a:spAutoFit/>
          </a:bodyPr>
          <a:lstStyle>
            <a:lvl1pPr algn="l">
              <a:defRPr sz="80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ru-R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Структура базы данных</a:t>
            </a:r>
            <a:endParaRPr lang="en-US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oup 1">
            <a:extLst>
              <a:ext uri="{FF2B5EF4-FFF2-40B4-BE49-F238E27FC236}">
                <a16:creationId xmlns:a16="http://schemas.microsoft.com/office/drawing/2014/main" id="{4F34BF20-FBD3-DF56-7D28-8497ADEF6D31}"/>
              </a:ext>
            </a:extLst>
          </p:cNvPr>
          <p:cNvGrpSpPr/>
          <p:nvPr/>
        </p:nvGrpSpPr>
        <p:grpSpPr>
          <a:xfrm>
            <a:off x="1519773" y="5986602"/>
            <a:ext cx="3765024" cy="5650496"/>
            <a:chOff x="1713437" y="6548477"/>
            <a:chExt cx="3765024" cy="5650497"/>
          </a:xfrm>
        </p:grpSpPr>
        <p:sp>
          <p:nvSpPr>
            <p:cNvPr id="21" name="Rounded Rectangle">
              <a:extLst>
                <a:ext uri="{FF2B5EF4-FFF2-40B4-BE49-F238E27FC236}">
                  <a16:creationId xmlns:a16="http://schemas.microsoft.com/office/drawing/2014/main" id="{71DAF41C-85CC-08A9-5C2E-4F0A2E833DFE}"/>
                </a:ext>
              </a:extLst>
            </p:cNvPr>
            <p:cNvSpPr/>
            <p:nvPr/>
          </p:nvSpPr>
          <p:spPr>
            <a:xfrm>
              <a:off x="1713437" y="6548477"/>
              <a:ext cx="3765024" cy="5650497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22" name="Type text">
              <a:extLst>
                <a:ext uri="{FF2B5EF4-FFF2-40B4-BE49-F238E27FC236}">
                  <a16:creationId xmlns:a16="http://schemas.microsoft.com/office/drawing/2014/main" id="{B09453A4-E257-E969-7AD0-214B853ABCC5}"/>
                </a:ext>
              </a:extLst>
            </p:cNvPr>
            <p:cNvSpPr txBox="1"/>
            <p:nvPr/>
          </p:nvSpPr>
          <p:spPr>
            <a:xfrm>
              <a:off x="2151835" y="8688736"/>
              <a:ext cx="3121064" cy="5334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dirty="0">
                  <a:solidFill>
                    <a:schemeClr val="accent2"/>
                  </a:solidFill>
                </a:rPr>
                <a:t>Пользователи</a:t>
              </a:r>
            </a:p>
          </p:txBody>
        </p:sp>
        <p:sp>
          <p:nvSpPr>
            <p:cNvPr id="23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EEE2D06D-918C-989C-ECB4-74D24053714C}"/>
                </a:ext>
              </a:extLst>
            </p:cNvPr>
            <p:cNvSpPr txBox="1"/>
            <p:nvPr/>
          </p:nvSpPr>
          <p:spPr>
            <a:xfrm>
              <a:off x="2190653" y="9253583"/>
              <a:ext cx="3121064" cy="28052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b="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users</a:t>
              </a:r>
              <a:endParaRPr lang="ru-RU" sz="2201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ID пользователя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1800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(если есть аккаунт)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Имя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Дата создания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Настройки темы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Режим (анонимный или с аккаунтом)</a:t>
              </a:r>
            </a:p>
          </p:txBody>
        </p:sp>
      </p:grpSp>
      <p:grpSp>
        <p:nvGrpSpPr>
          <p:cNvPr id="24" name="Group 2">
            <a:extLst>
              <a:ext uri="{FF2B5EF4-FFF2-40B4-BE49-F238E27FC236}">
                <a16:creationId xmlns:a16="http://schemas.microsoft.com/office/drawing/2014/main" id="{A7FB2789-82A7-1DF9-4EE3-D4AA307D3F12}"/>
              </a:ext>
            </a:extLst>
          </p:cNvPr>
          <p:cNvGrpSpPr/>
          <p:nvPr/>
        </p:nvGrpSpPr>
        <p:grpSpPr>
          <a:xfrm>
            <a:off x="5827352" y="5711884"/>
            <a:ext cx="3765024" cy="5925212"/>
            <a:chOff x="5900203" y="5063738"/>
            <a:chExt cx="3765024" cy="7135235"/>
          </a:xfrm>
        </p:grpSpPr>
        <p:sp>
          <p:nvSpPr>
            <p:cNvPr id="25" name="Rounded Rectangle">
              <a:extLst>
                <a:ext uri="{FF2B5EF4-FFF2-40B4-BE49-F238E27FC236}">
                  <a16:creationId xmlns:a16="http://schemas.microsoft.com/office/drawing/2014/main" id="{8C9ABE1D-C1D3-B5F9-7272-9A92CB65A93B}"/>
                </a:ext>
              </a:extLst>
            </p:cNvPr>
            <p:cNvSpPr/>
            <p:nvPr/>
          </p:nvSpPr>
          <p:spPr>
            <a:xfrm>
              <a:off x="5900203" y="5063738"/>
              <a:ext cx="3765024" cy="7135235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26" name="Type text">
              <a:extLst>
                <a:ext uri="{FF2B5EF4-FFF2-40B4-BE49-F238E27FC236}">
                  <a16:creationId xmlns:a16="http://schemas.microsoft.com/office/drawing/2014/main" id="{2C5C9319-B9EC-67D6-F0A0-7129E4A6701E}"/>
                </a:ext>
              </a:extLst>
            </p:cNvPr>
            <p:cNvSpPr txBox="1"/>
            <p:nvPr/>
          </p:nvSpPr>
          <p:spPr>
            <a:xfrm>
              <a:off x="6335491" y="6959243"/>
              <a:ext cx="2894448" cy="116161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Избранные города</a:t>
              </a:r>
            </a:p>
          </p:txBody>
        </p:sp>
        <p:sp>
          <p:nvSpPr>
            <p:cNvPr id="27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D151722C-671E-B0ED-5665-4DBEF139357A}"/>
                </a:ext>
              </a:extLst>
            </p:cNvPr>
            <p:cNvSpPr txBox="1"/>
            <p:nvPr/>
          </p:nvSpPr>
          <p:spPr>
            <a:xfrm>
              <a:off x="6378314" y="8234541"/>
              <a:ext cx="2839217" cy="377841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b="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favorite_cities</a:t>
              </a:r>
              <a:endParaRPr lang="ru-RU" sz="2201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Название города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Координаты (широта, долгота)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Страна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Выбран ли по умолчанию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Принадлежит какому пользователю</a:t>
              </a:r>
            </a:p>
          </p:txBody>
        </p:sp>
      </p:grpSp>
      <p:grpSp>
        <p:nvGrpSpPr>
          <p:cNvPr id="28" name="Group 5">
            <a:extLst>
              <a:ext uri="{FF2B5EF4-FFF2-40B4-BE49-F238E27FC236}">
                <a16:creationId xmlns:a16="http://schemas.microsoft.com/office/drawing/2014/main" id="{FF463BF6-2CBC-38B2-ED6C-245F3828112D}"/>
              </a:ext>
            </a:extLst>
          </p:cNvPr>
          <p:cNvGrpSpPr/>
          <p:nvPr/>
        </p:nvGrpSpPr>
        <p:grpSpPr>
          <a:xfrm>
            <a:off x="18750092" y="5986602"/>
            <a:ext cx="3765024" cy="5650494"/>
            <a:chOff x="18460502" y="5844393"/>
            <a:chExt cx="3765024" cy="6354580"/>
          </a:xfrm>
        </p:grpSpPr>
        <p:sp>
          <p:nvSpPr>
            <p:cNvPr id="29" name="Rounded Rectangle">
              <a:extLst>
                <a:ext uri="{FF2B5EF4-FFF2-40B4-BE49-F238E27FC236}">
                  <a16:creationId xmlns:a16="http://schemas.microsoft.com/office/drawing/2014/main" id="{DF86011B-62E4-AE1D-E7DC-14935719B003}"/>
                </a:ext>
              </a:extLst>
            </p:cNvPr>
            <p:cNvSpPr/>
            <p:nvPr/>
          </p:nvSpPr>
          <p:spPr>
            <a:xfrm>
              <a:off x="18460502" y="5844393"/>
              <a:ext cx="3765024" cy="6354580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30" name="Type text">
              <a:extLst>
                <a:ext uri="{FF2B5EF4-FFF2-40B4-BE49-F238E27FC236}">
                  <a16:creationId xmlns:a16="http://schemas.microsoft.com/office/drawing/2014/main" id="{B8F7807D-AB52-54BC-D522-C1CF4A82DA81}"/>
                </a:ext>
              </a:extLst>
            </p:cNvPr>
            <p:cNvSpPr txBox="1"/>
            <p:nvPr/>
          </p:nvSpPr>
          <p:spPr>
            <a:xfrm>
              <a:off x="18952923" y="7411804"/>
              <a:ext cx="2894448" cy="108482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Очередь синхронизации</a:t>
              </a:r>
            </a:p>
          </p:txBody>
        </p:sp>
        <p:sp>
          <p:nvSpPr>
            <p:cNvPr id="31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3A615CF6-1AE6-3107-63FA-596DAE6BE8E8}"/>
                </a:ext>
              </a:extLst>
            </p:cNvPr>
            <p:cNvSpPr txBox="1"/>
            <p:nvPr/>
          </p:nvSpPr>
          <p:spPr>
            <a:xfrm>
              <a:off x="18952923" y="8683535"/>
              <a:ext cx="3021425" cy="315480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b="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sync_queue</a:t>
              </a:r>
              <a:endParaRPr lang="ru-RU" sz="2201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Что нужно отправить в облако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Тип операции (добавить/изменить/удалить)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Количество попыток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Статус отправки</a:t>
              </a:r>
            </a:p>
          </p:txBody>
        </p:sp>
      </p:grpSp>
      <p:grpSp>
        <p:nvGrpSpPr>
          <p:cNvPr id="32" name="Group 4">
            <a:extLst>
              <a:ext uri="{FF2B5EF4-FFF2-40B4-BE49-F238E27FC236}">
                <a16:creationId xmlns:a16="http://schemas.microsoft.com/office/drawing/2014/main" id="{0E879716-BBCD-85F5-6358-B15D66665E8C}"/>
              </a:ext>
            </a:extLst>
          </p:cNvPr>
          <p:cNvGrpSpPr/>
          <p:nvPr/>
        </p:nvGrpSpPr>
        <p:grpSpPr>
          <a:xfrm>
            <a:off x="14442513" y="5711884"/>
            <a:ext cx="3765024" cy="5925212"/>
            <a:chOff x="14273736" y="5063738"/>
            <a:chExt cx="3765024" cy="7135235"/>
          </a:xfrm>
        </p:grpSpPr>
        <p:sp>
          <p:nvSpPr>
            <p:cNvPr id="33" name="Rounded Rectangle">
              <a:extLst>
                <a:ext uri="{FF2B5EF4-FFF2-40B4-BE49-F238E27FC236}">
                  <a16:creationId xmlns:a16="http://schemas.microsoft.com/office/drawing/2014/main" id="{A6F9F214-CA50-69D6-216B-878F418159D7}"/>
                </a:ext>
              </a:extLst>
            </p:cNvPr>
            <p:cNvSpPr/>
            <p:nvPr/>
          </p:nvSpPr>
          <p:spPr>
            <a:xfrm>
              <a:off x="14273736" y="5063738"/>
              <a:ext cx="3765024" cy="7135235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34" name="Type text">
              <a:extLst>
                <a:ext uri="{FF2B5EF4-FFF2-40B4-BE49-F238E27FC236}">
                  <a16:creationId xmlns:a16="http://schemas.microsoft.com/office/drawing/2014/main" id="{29601855-F80E-7159-D58E-665DBBFE6ECB}"/>
                </a:ext>
              </a:extLst>
            </p:cNvPr>
            <p:cNvSpPr txBox="1"/>
            <p:nvPr/>
          </p:nvSpPr>
          <p:spPr>
            <a:xfrm>
              <a:off x="14766157" y="6665256"/>
              <a:ext cx="2908482" cy="64258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Кэш погоды</a:t>
              </a:r>
            </a:p>
          </p:txBody>
        </p:sp>
        <p:sp>
          <p:nvSpPr>
            <p:cNvPr id="35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CC519E15-A582-6AFF-FD70-05D6B9A3331A}"/>
                </a:ext>
              </a:extLst>
            </p:cNvPr>
            <p:cNvSpPr txBox="1"/>
            <p:nvPr/>
          </p:nvSpPr>
          <p:spPr>
            <a:xfrm>
              <a:off x="14766157" y="7450256"/>
              <a:ext cx="2908482" cy="297785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b="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weather_cache</a:t>
              </a:r>
              <a:endParaRPr lang="ru-RU" sz="2201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Данные о погоде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Город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Координаты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Время сохранения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Когда истекает (чтобы обновить)</a:t>
              </a:r>
            </a:p>
          </p:txBody>
        </p:sp>
      </p:grpSp>
      <p:grpSp>
        <p:nvGrpSpPr>
          <p:cNvPr id="36" name="Group 3">
            <a:extLst>
              <a:ext uri="{FF2B5EF4-FFF2-40B4-BE49-F238E27FC236}">
                <a16:creationId xmlns:a16="http://schemas.microsoft.com/office/drawing/2014/main" id="{E2333D23-F010-C65D-B843-7E1EFBA95F60}"/>
              </a:ext>
            </a:extLst>
          </p:cNvPr>
          <p:cNvGrpSpPr/>
          <p:nvPr/>
        </p:nvGrpSpPr>
        <p:grpSpPr>
          <a:xfrm>
            <a:off x="10134932" y="5529983"/>
            <a:ext cx="3765024" cy="6107113"/>
            <a:chOff x="10086970" y="5063738"/>
            <a:chExt cx="3765023" cy="7135235"/>
          </a:xfrm>
        </p:grpSpPr>
        <p:sp>
          <p:nvSpPr>
            <p:cNvPr id="40" name="Rounded Rectangle">
              <a:extLst>
                <a:ext uri="{FF2B5EF4-FFF2-40B4-BE49-F238E27FC236}">
                  <a16:creationId xmlns:a16="http://schemas.microsoft.com/office/drawing/2014/main" id="{A1334740-B8CB-7BD3-FF54-0B4DE2A64874}"/>
                </a:ext>
              </a:extLst>
            </p:cNvPr>
            <p:cNvSpPr/>
            <p:nvPr/>
          </p:nvSpPr>
          <p:spPr>
            <a:xfrm>
              <a:off x="10086970" y="5063738"/>
              <a:ext cx="3765023" cy="7135235"/>
            </a:xfrm>
            <a:prstGeom prst="roundRect">
              <a:avLst>
                <a:gd name="adj" fmla="val 5181"/>
              </a:avLst>
            </a:prstGeom>
            <a:solidFill>
              <a:schemeClr val="accent6">
                <a:alpha val="28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41" name="Type text">
              <a:extLst>
                <a:ext uri="{FF2B5EF4-FFF2-40B4-BE49-F238E27FC236}">
                  <a16:creationId xmlns:a16="http://schemas.microsoft.com/office/drawing/2014/main" id="{DE2CB8F9-7445-E85A-4397-D9B6A135F8E1}"/>
                </a:ext>
              </a:extLst>
            </p:cNvPr>
            <p:cNvSpPr txBox="1"/>
            <p:nvPr/>
          </p:nvSpPr>
          <p:spPr>
            <a:xfrm>
              <a:off x="10551775" y="6449304"/>
              <a:ext cx="2625015" cy="112701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2801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Оценки настроения</a:t>
              </a:r>
            </a:p>
          </p:txBody>
        </p:sp>
        <p:sp>
          <p:nvSpPr>
            <p:cNvPr id="42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8EE84BDF-C4EA-336E-11A8-6273EFD36F40}"/>
                </a:ext>
              </a:extLst>
            </p:cNvPr>
            <p:cNvSpPr txBox="1"/>
            <p:nvPr/>
          </p:nvSpPr>
          <p:spPr>
            <a:xfrm>
              <a:off x="10551775" y="7592662"/>
              <a:ext cx="3161908" cy="444258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b="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mood_ratings</a:t>
              </a:r>
              <a:endParaRPr lang="ru-RU" sz="2201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Оценка (1-5 звёзд)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Погода на момент оценки: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- Температура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- Ощущаемая температура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- Влажность, ветер и т</a:t>
              </a:r>
              <a:r>
                <a:rPr lang="en-US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</a:t>
              </a:r>
              <a:r>
                <a:rPr lang="en-US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ru-RU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- Погодные условия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Дата и время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Город</a:t>
              </a:r>
            </a:p>
            <a:p>
              <a:r>
                <a:rPr lang="ru-RU" sz="18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Примечание (опционально)</a:t>
              </a:r>
            </a:p>
          </p:txBody>
        </p:sp>
      </p:grpSp>
      <p:sp>
        <p:nvSpPr>
          <p:cNvPr id="43" name="Type text">
            <a:extLst>
              <a:ext uri="{FF2B5EF4-FFF2-40B4-BE49-F238E27FC236}">
                <a16:creationId xmlns:a16="http://schemas.microsoft.com/office/drawing/2014/main" id="{75365146-E3CA-0A68-857F-A0370FD36768}"/>
              </a:ext>
            </a:extLst>
          </p:cNvPr>
          <p:cNvSpPr txBox="1"/>
          <p:nvPr/>
        </p:nvSpPr>
        <p:spPr>
          <a:xfrm>
            <a:off x="2012191" y="6430471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ru-RU" sz="6000" dirty="0">
                <a:solidFill>
                  <a:srgbClr val="757D7D"/>
                </a:solidFill>
              </a:rPr>
              <a:t>👤</a:t>
            </a:r>
          </a:p>
        </p:txBody>
      </p:sp>
      <p:sp>
        <p:nvSpPr>
          <p:cNvPr id="44" name="Type text">
            <a:extLst>
              <a:ext uri="{FF2B5EF4-FFF2-40B4-BE49-F238E27FC236}">
                <a16:creationId xmlns:a16="http://schemas.microsoft.com/office/drawing/2014/main" id="{2EF99F19-4DAF-67DE-EEDD-41CDF6FF06B1}"/>
              </a:ext>
            </a:extLst>
          </p:cNvPr>
          <p:cNvSpPr txBox="1"/>
          <p:nvPr/>
        </p:nvSpPr>
        <p:spPr>
          <a:xfrm>
            <a:off x="6222615" y="6083821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📍</a:t>
            </a:r>
            <a:endParaRPr lang="ru-RU" sz="6000" dirty="0">
              <a:solidFill>
                <a:srgbClr val="757D7D"/>
              </a:solidFill>
            </a:endParaRPr>
          </a:p>
        </p:txBody>
      </p:sp>
      <p:sp>
        <p:nvSpPr>
          <p:cNvPr id="45" name="Type text">
            <a:extLst>
              <a:ext uri="{FF2B5EF4-FFF2-40B4-BE49-F238E27FC236}">
                <a16:creationId xmlns:a16="http://schemas.microsoft.com/office/drawing/2014/main" id="{FB58E2D7-C89B-94C5-2A4D-819D0CCF35CF}"/>
              </a:ext>
            </a:extLst>
          </p:cNvPr>
          <p:cNvSpPr txBox="1"/>
          <p:nvPr/>
        </p:nvSpPr>
        <p:spPr>
          <a:xfrm>
            <a:off x="10465020" y="5711884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⭐</a:t>
            </a:r>
            <a:endParaRPr lang="ru-RU" sz="6000" dirty="0">
              <a:solidFill>
                <a:srgbClr val="757D7D"/>
              </a:solidFill>
            </a:endParaRPr>
          </a:p>
        </p:txBody>
      </p:sp>
      <p:sp>
        <p:nvSpPr>
          <p:cNvPr id="46" name="Type text">
            <a:extLst>
              <a:ext uri="{FF2B5EF4-FFF2-40B4-BE49-F238E27FC236}">
                <a16:creationId xmlns:a16="http://schemas.microsoft.com/office/drawing/2014/main" id="{1AF62C09-A1E4-DADF-CD1B-951B61BC38C9}"/>
              </a:ext>
            </a:extLst>
          </p:cNvPr>
          <p:cNvSpPr txBox="1"/>
          <p:nvPr/>
        </p:nvSpPr>
        <p:spPr>
          <a:xfrm>
            <a:off x="14828488" y="5794245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☁️</a:t>
            </a:r>
            <a:endParaRPr lang="ru-RU" sz="6000" dirty="0">
              <a:solidFill>
                <a:srgbClr val="757D7D"/>
              </a:solidFill>
            </a:endParaRPr>
          </a:p>
        </p:txBody>
      </p:sp>
      <p:sp>
        <p:nvSpPr>
          <p:cNvPr id="47" name="Type text">
            <a:extLst>
              <a:ext uri="{FF2B5EF4-FFF2-40B4-BE49-F238E27FC236}">
                <a16:creationId xmlns:a16="http://schemas.microsoft.com/office/drawing/2014/main" id="{386842D9-99BE-C5C8-42C1-17E6FFF25617}"/>
              </a:ext>
            </a:extLst>
          </p:cNvPr>
          <p:cNvSpPr txBox="1"/>
          <p:nvPr/>
        </p:nvSpPr>
        <p:spPr>
          <a:xfrm>
            <a:off x="19084541" y="6126927"/>
            <a:ext cx="2894449" cy="1025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defRPr sz="28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en-US" sz="6000" dirty="0">
                <a:solidFill>
                  <a:srgbClr val="757D7D"/>
                </a:solidFill>
              </a:rPr>
              <a:t>🔄</a:t>
            </a:r>
            <a:endParaRPr lang="ru-RU" sz="6000" dirty="0">
              <a:solidFill>
                <a:srgbClr val="757D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489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Demo Text"/>
          <p:cNvSpPr txBox="1"/>
          <p:nvPr/>
        </p:nvSpPr>
        <p:spPr>
          <a:xfrm>
            <a:off x="1427163" y="2921514"/>
            <a:ext cx="8582624" cy="2462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80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ru-R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Демонстрация интерфейса</a:t>
            </a:r>
          </a:p>
        </p:txBody>
      </p:sp>
      <p:sp>
        <p:nvSpPr>
          <p:cNvPr id="60" name="Rectangle"/>
          <p:cNvSpPr/>
          <p:nvPr/>
        </p:nvSpPr>
        <p:spPr>
          <a:xfrm>
            <a:off x="1427163" y="2604480"/>
            <a:ext cx="3158692" cy="116630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61" name="Subtitle Text"/>
          <p:cNvSpPr/>
          <p:nvPr/>
        </p:nvSpPr>
        <p:spPr>
          <a:xfrm>
            <a:off x="1427164" y="2266950"/>
            <a:ext cx="3322710" cy="3375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lnSpc>
                <a:spcPct val="120000"/>
              </a:lnSpc>
              <a:defRPr sz="1400" cap="all" spc="1120">
                <a:solidFill>
                  <a:srgbClr val="2424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140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WeatherMood</a:t>
            </a:r>
            <a:endParaRPr lang="ru-RU" sz="140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9E114F72-1AE3-942C-947D-E258CD0F34B2}"/>
              </a:ext>
            </a:extLst>
          </p:cNvPr>
          <p:cNvGrpSpPr/>
          <p:nvPr/>
        </p:nvGrpSpPr>
        <p:grpSpPr>
          <a:xfrm>
            <a:off x="-20623809" y="5048789"/>
            <a:ext cx="19768044" cy="3180954"/>
            <a:chOff x="1437094" y="11671465"/>
            <a:chExt cx="19768044" cy="3180954"/>
          </a:xfrm>
          <a:solidFill>
            <a:schemeClr val="bg2"/>
          </a:solidFill>
        </p:grpSpPr>
        <p:sp>
          <p:nvSpPr>
            <p:cNvPr id="52" name="Rounded Rectangle">
              <a:extLst>
                <a:ext uri="{FF2B5EF4-FFF2-40B4-BE49-F238E27FC236}">
                  <a16:creationId xmlns:a16="http://schemas.microsoft.com/office/drawing/2014/main" id="{F3933876-8DB5-6E0E-C2BE-9CF7824605CE}"/>
                </a:ext>
              </a:extLst>
            </p:cNvPr>
            <p:cNvSpPr/>
            <p:nvPr/>
          </p:nvSpPr>
          <p:spPr>
            <a:xfrm>
              <a:off x="1437094" y="11671465"/>
              <a:ext cx="19768044" cy="3180954"/>
            </a:xfrm>
            <a:prstGeom prst="roundRect">
              <a:avLst>
                <a:gd name="adj" fmla="val 15961"/>
              </a:avLst>
            </a:prstGeom>
            <a:grpFill/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53" name="Shape">
              <a:extLst>
                <a:ext uri="{FF2B5EF4-FFF2-40B4-BE49-F238E27FC236}">
                  <a16:creationId xmlns:a16="http://schemas.microsoft.com/office/drawing/2014/main" id="{C7C23B86-FC35-D351-33FE-3A91F8B3A509}"/>
                </a:ext>
              </a:extLst>
            </p:cNvPr>
            <p:cNvSpPr/>
            <p:nvPr/>
          </p:nvSpPr>
          <p:spPr>
            <a:xfrm rot="2674744">
              <a:off x="7291045" y="13430275"/>
              <a:ext cx="625775" cy="597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6" h="21509" extrusionOk="0">
                  <a:moveTo>
                    <a:pt x="19524" y="15"/>
                  </a:moveTo>
                  <a:cubicBezTo>
                    <a:pt x="19186" y="-25"/>
                    <a:pt x="18845" y="13"/>
                    <a:pt x="18519" y="146"/>
                  </a:cubicBezTo>
                  <a:lnTo>
                    <a:pt x="12316" y="2217"/>
                  </a:lnTo>
                  <a:cubicBezTo>
                    <a:pt x="11643" y="2393"/>
                    <a:pt x="11118" y="2920"/>
                    <a:pt x="10930" y="3594"/>
                  </a:cubicBezTo>
                  <a:cubicBezTo>
                    <a:pt x="10731" y="4306"/>
                    <a:pt x="10942" y="5066"/>
                    <a:pt x="11479" y="5571"/>
                  </a:cubicBezTo>
                  <a:lnTo>
                    <a:pt x="12167" y="6264"/>
                  </a:lnTo>
                  <a:lnTo>
                    <a:pt x="1406" y="17104"/>
                  </a:lnTo>
                  <a:cubicBezTo>
                    <a:pt x="759" y="17756"/>
                    <a:pt x="366" y="18149"/>
                    <a:pt x="197" y="18500"/>
                  </a:cubicBezTo>
                  <a:cubicBezTo>
                    <a:pt x="-66" y="19067"/>
                    <a:pt x="-66" y="19722"/>
                    <a:pt x="197" y="20289"/>
                  </a:cubicBezTo>
                  <a:cubicBezTo>
                    <a:pt x="300" y="20513"/>
                    <a:pt x="442" y="20714"/>
                    <a:pt x="615" y="20889"/>
                  </a:cubicBezTo>
                  <a:cubicBezTo>
                    <a:pt x="789" y="21064"/>
                    <a:pt x="997" y="21206"/>
                    <a:pt x="1220" y="21310"/>
                  </a:cubicBezTo>
                  <a:cubicBezTo>
                    <a:pt x="1783" y="21575"/>
                    <a:pt x="2433" y="21575"/>
                    <a:pt x="2996" y="21310"/>
                  </a:cubicBezTo>
                  <a:cubicBezTo>
                    <a:pt x="3345" y="21140"/>
                    <a:pt x="3726" y="20754"/>
                    <a:pt x="4373" y="20102"/>
                  </a:cubicBezTo>
                  <a:lnTo>
                    <a:pt x="15143" y="9262"/>
                  </a:lnTo>
                  <a:lnTo>
                    <a:pt x="15952" y="10077"/>
                  </a:lnTo>
                  <a:cubicBezTo>
                    <a:pt x="16374" y="10492"/>
                    <a:pt x="16970" y="10685"/>
                    <a:pt x="17552" y="10593"/>
                  </a:cubicBezTo>
                  <a:cubicBezTo>
                    <a:pt x="18284" y="10476"/>
                    <a:pt x="18875" y="9942"/>
                    <a:pt x="19077" y="9225"/>
                  </a:cubicBezTo>
                  <a:lnTo>
                    <a:pt x="21226" y="2798"/>
                  </a:lnTo>
                  <a:cubicBezTo>
                    <a:pt x="21534" y="1915"/>
                    <a:pt x="21236" y="927"/>
                    <a:pt x="20482" y="381"/>
                  </a:cubicBezTo>
                  <a:cubicBezTo>
                    <a:pt x="20197" y="174"/>
                    <a:pt x="19862" y="56"/>
                    <a:pt x="19524" y="15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50801" tIns="50801" rIns="50801" bIns="50801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54" name="Rounded Rectangle">
              <a:extLst>
                <a:ext uri="{FF2B5EF4-FFF2-40B4-BE49-F238E27FC236}">
                  <a16:creationId xmlns:a16="http://schemas.microsoft.com/office/drawing/2014/main" id="{B4DB3075-C90D-1960-6478-37F24108FE58}"/>
                </a:ext>
              </a:extLst>
            </p:cNvPr>
            <p:cNvSpPr/>
            <p:nvPr/>
          </p:nvSpPr>
          <p:spPr>
            <a:xfrm>
              <a:off x="3566426" y="13087991"/>
              <a:ext cx="3816350" cy="1231107"/>
            </a:xfrm>
            <a:prstGeom prst="roundRect">
              <a:avLst>
                <a:gd name="adj" fmla="val 30239"/>
              </a:avLst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rPr lang="ru-RU" sz="3200" dirty="0">
                  <a:solidFill>
                    <a:srgbClr val="FFFFFF">
                      <a:alpha val="0"/>
                    </a:srgb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Изменения</a:t>
              </a:r>
            </a:p>
          </p:txBody>
        </p:sp>
        <p:sp>
          <p:nvSpPr>
            <p:cNvPr id="55" name="Type text">
              <a:extLst>
                <a:ext uri="{FF2B5EF4-FFF2-40B4-BE49-F238E27FC236}">
                  <a16:creationId xmlns:a16="http://schemas.microsoft.com/office/drawing/2014/main" id="{9778EAD4-7E73-8C36-E755-90AE645D9A88}"/>
                </a:ext>
              </a:extLst>
            </p:cNvPr>
            <p:cNvSpPr txBox="1"/>
            <p:nvPr/>
          </p:nvSpPr>
          <p:spPr>
            <a:xfrm>
              <a:off x="6605448" y="11798469"/>
              <a:ext cx="9431336" cy="1025924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pPr algn="ctr"/>
              <a:r>
                <a:rPr lang="ru-RU" sz="6000" dirty="0">
                  <a:solidFill>
                    <a:srgbClr val="757D7D">
                      <a:alpha val="0"/>
                    </a:srgbClr>
                  </a:solidFill>
                </a:rPr>
                <a:t>Синхронизация</a:t>
              </a:r>
            </a:p>
          </p:txBody>
        </p:sp>
        <p:sp>
          <p:nvSpPr>
            <p:cNvPr id="56" name="Shape">
              <a:extLst>
                <a:ext uri="{FF2B5EF4-FFF2-40B4-BE49-F238E27FC236}">
                  <a16:creationId xmlns:a16="http://schemas.microsoft.com/office/drawing/2014/main" id="{C2FDA821-2B60-4D42-0507-EF20A7EFEB58}"/>
                </a:ext>
              </a:extLst>
            </p:cNvPr>
            <p:cNvSpPr/>
            <p:nvPr/>
          </p:nvSpPr>
          <p:spPr>
            <a:xfrm rot="2674744">
              <a:off x="11156448" y="13440760"/>
              <a:ext cx="625775" cy="597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6" h="21509" extrusionOk="0">
                  <a:moveTo>
                    <a:pt x="19524" y="15"/>
                  </a:moveTo>
                  <a:cubicBezTo>
                    <a:pt x="19186" y="-25"/>
                    <a:pt x="18845" y="13"/>
                    <a:pt x="18519" y="146"/>
                  </a:cubicBezTo>
                  <a:lnTo>
                    <a:pt x="12316" y="2217"/>
                  </a:lnTo>
                  <a:cubicBezTo>
                    <a:pt x="11643" y="2393"/>
                    <a:pt x="11118" y="2920"/>
                    <a:pt x="10930" y="3594"/>
                  </a:cubicBezTo>
                  <a:cubicBezTo>
                    <a:pt x="10731" y="4306"/>
                    <a:pt x="10942" y="5066"/>
                    <a:pt x="11479" y="5571"/>
                  </a:cubicBezTo>
                  <a:lnTo>
                    <a:pt x="12167" y="6264"/>
                  </a:lnTo>
                  <a:lnTo>
                    <a:pt x="1406" y="17104"/>
                  </a:lnTo>
                  <a:cubicBezTo>
                    <a:pt x="759" y="17756"/>
                    <a:pt x="366" y="18149"/>
                    <a:pt x="197" y="18500"/>
                  </a:cubicBezTo>
                  <a:cubicBezTo>
                    <a:pt x="-66" y="19067"/>
                    <a:pt x="-66" y="19722"/>
                    <a:pt x="197" y="20289"/>
                  </a:cubicBezTo>
                  <a:cubicBezTo>
                    <a:pt x="300" y="20513"/>
                    <a:pt x="442" y="20714"/>
                    <a:pt x="615" y="20889"/>
                  </a:cubicBezTo>
                  <a:cubicBezTo>
                    <a:pt x="789" y="21064"/>
                    <a:pt x="997" y="21206"/>
                    <a:pt x="1220" y="21310"/>
                  </a:cubicBezTo>
                  <a:cubicBezTo>
                    <a:pt x="1783" y="21575"/>
                    <a:pt x="2433" y="21575"/>
                    <a:pt x="2996" y="21310"/>
                  </a:cubicBezTo>
                  <a:cubicBezTo>
                    <a:pt x="3345" y="21140"/>
                    <a:pt x="3726" y="20754"/>
                    <a:pt x="4373" y="20102"/>
                  </a:cubicBezTo>
                  <a:lnTo>
                    <a:pt x="15143" y="9262"/>
                  </a:lnTo>
                  <a:lnTo>
                    <a:pt x="15952" y="10077"/>
                  </a:lnTo>
                  <a:cubicBezTo>
                    <a:pt x="16374" y="10492"/>
                    <a:pt x="16970" y="10685"/>
                    <a:pt x="17552" y="10593"/>
                  </a:cubicBezTo>
                  <a:cubicBezTo>
                    <a:pt x="18284" y="10476"/>
                    <a:pt x="18875" y="9942"/>
                    <a:pt x="19077" y="9225"/>
                  </a:cubicBezTo>
                  <a:lnTo>
                    <a:pt x="21226" y="2798"/>
                  </a:lnTo>
                  <a:cubicBezTo>
                    <a:pt x="21534" y="1915"/>
                    <a:pt x="21236" y="927"/>
                    <a:pt x="20482" y="381"/>
                  </a:cubicBezTo>
                  <a:cubicBezTo>
                    <a:pt x="20197" y="174"/>
                    <a:pt x="19862" y="56"/>
                    <a:pt x="19524" y="15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50801" tIns="50801" rIns="50801" bIns="50801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57" name="Rounded Rectangle">
              <a:extLst>
                <a:ext uri="{FF2B5EF4-FFF2-40B4-BE49-F238E27FC236}">
                  <a16:creationId xmlns:a16="http://schemas.microsoft.com/office/drawing/2014/main" id="{ED663DCC-0C19-F0BE-8763-1C00A131DA25}"/>
                </a:ext>
              </a:extLst>
            </p:cNvPr>
            <p:cNvSpPr/>
            <p:nvPr/>
          </p:nvSpPr>
          <p:spPr>
            <a:xfrm>
              <a:off x="8036384" y="13087990"/>
              <a:ext cx="3211795" cy="1231107"/>
            </a:xfrm>
            <a:prstGeom prst="roundRect">
              <a:avLst>
                <a:gd name="adj" fmla="val 30239"/>
              </a:avLst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rPr lang="en-US" sz="3200" dirty="0" err="1">
                  <a:solidFill>
                    <a:srgbClr val="FFFFFF">
                      <a:alpha val="0"/>
                    </a:srgb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SyncQueue</a:t>
              </a:r>
              <a:endParaRPr lang="ru-RU"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59" name="Shape">
              <a:extLst>
                <a:ext uri="{FF2B5EF4-FFF2-40B4-BE49-F238E27FC236}">
                  <a16:creationId xmlns:a16="http://schemas.microsoft.com/office/drawing/2014/main" id="{A0934325-1E90-B370-1A4A-49DC1D91026E}"/>
                </a:ext>
              </a:extLst>
            </p:cNvPr>
            <p:cNvSpPr/>
            <p:nvPr/>
          </p:nvSpPr>
          <p:spPr>
            <a:xfrm rot="2674744">
              <a:off x="15532745" y="13446275"/>
              <a:ext cx="625775" cy="597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6" h="21509" extrusionOk="0">
                  <a:moveTo>
                    <a:pt x="19524" y="15"/>
                  </a:moveTo>
                  <a:cubicBezTo>
                    <a:pt x="19186" y="-25"/>
                    <a:pt x="18845" y="13"/>
                    <a:pt x="18519" y="146"/>
                  </a:cubicBezTo>
                  <a:lnTo>
                    <a:pt x="12316" y="2217"/>
                  </a:lnTo>
                  <a:cubicBezTo>
                    <a:pt x="11643" y="2393"/>
                    <a:pt x="11118" y="2920"/>
                    <a:pt x="10930" y="3594"/>
                  </a:cubicBezTo>
                  <a:cubicBezTo>
                    <a:pt x="10731" y="4306"/>
                    <a:pt x="10942" y="5066"/>
                    <a:pt x="11479" y="5571"/>
                  </a:cubicBezTo>
                  <a:lnTo>
                    <a:pt x="12167" y="6264"/>
                  </a:lnTo>
                  <a:lnTo>
                    <a:pt x="1406" y="17104"/>
                  </a:lnTo>
                  <a:cubicBezTo>
                    <a:pt x="759" y="17756"/>
                    <a:pt x="366" y="18149"/>
                    <a:pt x="197" y="18500"/>
                  </a:cubicBezTo>
                  <a:cubicBezTo>
                    <a:pt x="-66" y="19067"/>
                    <a:pt x="-66" y="19722"/>
                    <a:pt x="197" y="20289"/>
                  </a:cubicBezTo>
                  <a:cubicBezTo>
                    <a:pt x="300" y="20513"/>
                    <a:pt x="442" y="20714"/>
                    <a:pt x="615" y="20889"/>
                  </a:cubicBezTo>
                  <a:cubicBezTo>
                    <a:pt x="789" y="21064"/>
                    <a:pt x="997" y="21206"/>
                    <a:pt x="1220" y="21310"/>
                  </a:cubicBezTo>
                  <a:cubicBezTo>
                    <a:pt x="1783" y="21575"/>
                    <a:pt x="2433" y="21575"/>
                    <a:pt x="2996" y="21310"/>
                  </a:cubicBezTo>
                  <a:cubicBezTo>
                    <a:pt x="3345" y="21140"/>
                    <a:pt x="3726" y="20754"/>
                    <a:pt x="4373" y="20102"/>
                  </a:cubicBezTo>
                  <a:lnTo>
                    <a:pt x="15143" y="9262"/>
                  </a:lnTo>
                  <a:lnTo>
                    <a:pt x="15952" y="10077"/>
                  </a:lnTo>
                  <a:cubicBezTo>
                    <a:pt x="16374" y="10492"/>
                    <a:pt x="16970" y="10685"/>
                    <a:pt x="17552" y="10593"/>
                  </a:cubicBezTo>
                  <a:cubicBezTo>
                    <a:pt x="18284" y="10476"/>
                    <a:pt x="18875" y="9942"/>
                    <a:pt x="19077" y="9225"/>
                  </a:cubicBezTo>
                  <a:lnTo>
                    <a:pt x="21226" y="2798"/>
                  </a:lnTo>
                  <a:cubicBezTo>
                    <a:pt x="21534" y="1915"/>
                    <a:pt x="21236" y="927"/>
                    <a:pt x="20482" y="381"/>
                  </a:cubicBezTo>
                  <a:cubicBezTo>
                    <a:pt x="20197" y="174"/>
                    <a:pt x="19862" y="56"/>
                    <a:pt x="19524" y="15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50801" tIns="50801" rIns="50801" bIns="50801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62" name="Rounded Rectangle">
              <a:extLst>
                <a:ext uri="{FF2B5EF4-FFF2-40B4-BE49-F238E27FC236}">
                  <a16:creationId xmlns:a16="http://schemas.microsoft.com/office/drawing/2014/main" id="{50CFDB85-850A-B9B6-5C2A-476199D4FE5F}"/>
                </a:ext>
              </a:extLst>
            </p:cNvPr>
            <p:cNvSpPr/>
            <p:nvPr/>
          </p:nvSpPr>
          <p:spPr>
            <a:xfrm>
              <a:off x="11901787" y="13098477"/>
              <a:ext cx="3722689" cy="1231107"/>
            </a:xfrm>
            <a:prstGeom prst="roundRect">
              <a:avLst>
                <a:gd name="adj" fmla="val 30239"/>
              </a:avLst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rPr lang="en-US" sz="3200" dirty="0" err="1">
                  <a:solidFill>
                    <a:srgbClr val="FFFFFF">
                      <a:alpha val="0"/>
                    </a:srgb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WorkManager</a:t>
              </a:r>
              <a:endParaRPr lang="ru-RU"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63" name="Rounded Rectangle">
              <a:extLst>
                <a:ext uri="{FF2B5EF4-FFF2-40B4-BE49-F238E27FC236}">
                  <a16:creationId xmlns:a16="http://schemas.microsoft.com/office/drawing/2014/main" id="{27245104-8F03-42EA-CE90-E78FFC9C2308}"/>
                </a:ext>
              </a:extLst>
            </p:cNvPr>
            <p:cNvSpPr/>
            <p:nvPr/>
          </p:nvSpPr>
          <p:spPr>
            <a:xfrm>
              <a:off x="16278085" y="13098477"/>
              <a:ext cx="2892164" cy="1231107"/>
            </a:xfrm>
            <a:prstGeom prst="roundRect">
              <a:avLst>
                <a:gd name="adj" fmla="val 30239"/>
              </a:avLst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rPr lang="en-US" sz="3200" dirty="0" err="1">
                  <a:solidFill>
                    <a:srgbClr val="FFFFFF">
                      <a:alpha val="0"/>
                    </a:srgb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Firestore</a:t>
              </a:r>
              <a:endParaRPr lang="ru-RU"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4142DABE-D9EF-1E63-834E-35B7D8C30D85}"/>
              </a:ext>
            </a:extLst>
          </p:cNvPr>
          <p:cNvGrpSpPr/>
          <p:nvPr/>
        </p:nvGrpSpPr>
        <p:grpSpPr>
          <a:xfrm>
            <a:off x="-20628235" y="8465316"/>
            <a:ext cx="19768044" cy="3180954"/>
            <a:chOff x="1432668" y="15087992"/>
            <a:chExt cx="19768044" cy="3180954"/>
          </a:xfrm>
          <a:solidFill>
            <a:schemeClr val="bg2"/>
          </a:solidFill>
        </p:grpSpPr>
        <p:sp>
          <p:nvSpPr>
            <p:cNvPr id="65" name="Rounded Rectangle">
              <a:extLst>
                <a:ext uri="{FF2B5EF4-FFF2-40B4-BE49-F238E27FC236}">
                  <a16:creationId xmlns:a16="http://schemas.microsoft.com/office/drawing/2014/main" id="{D432BDB4-F5E1-BDA4-D280-568D3DB2A618}"/>
                </a:ext>
              </a:extLst>
            </p:cNvPr>
            <p:cNvSpPr/>
            <p:nvPr/>
          </p:nvSpPr>
          <p:spPr>
            <a:xfrm>
              <a:off x="1432668" y="15087992"/>
              <a:ext cx="19768044" cy="3180954"/>
            </a:xfrm>
            <a:prstGeom prst="roundRect">
              <a:avLst>
                <a:gd name="adj" fmla="val 15961"/>
              </a:avLst>
            </a:prstGeom>
            <a:grpFill/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66" name="Shape">
              <a:extLst>
                <a:ext uri="{FF2B5EF4-FFF2-40B4-BE49-F238E27FC236}">
                  <a16:creationId xmlns:a16="http://schemas.microsoft.com/office/drawing/2014/main" id="{2C708D8F-6CB9-9C38-7112-99895C038666}"/>
                </a:ext>
              </a:extLst>
            </p:cNvPr>
            <p:cNvSpPr/>
            <p:nvPr/>
          </p:nvSpPr>
          <p:spPr>
            <a:xfrm rot="2674744">
              <a:off x="5080415" y="16818777"/>
              <a:ext cx="625775" cy="597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6" h="21509" extrusionOk="0">
                  <a:moveTo>
                    <a:pt x="19524" y="15"/>
                  </a:moveTo>
                  <a:cubicBezTo>
                    <a:pt x="19186" y="-25"/>
                    <a:pt x="18845" y="13"/>
                    <a:pt x="18519" y="146"/>
                  </a:cubicBezTo>
                  <a:lnTo>
                    <a:pt x="12316" y="2217"/>
                  </a:lnTo>
                  <a:cubicBezTo>
                    <a:pt x="11643" y="2393"/>
                    <a:pt x="11118" y="2920"/>
                    <a:pt x="10930" y="3594"/>
                  </a:cubicBezTo>
                  <a:cubicBezTo>
                    <a:pt x="10731" y="4306"/>
                    <a:pt x="10942" y="5066"/>
                    <a:pt x="11479" y="5571"/>
                  </a:cubicBezTo>
                  <a:lnTo>
                    <a:pt x="12167" y="6264"/>
                  </a:lnTo>
                  <a:lnTo>
                    <a:pt x="1406" y="17104"/>
                  </a:lnTo>
                  <a:cubicBezTo>
                    <a:pt x="759" y="17756"/>
                    <a:pt x="366" y="18149"/>
                    <a:pt x="197" y="18500"/>
                  </a:cubicBezTo>
                  <a:cubicBezTo>
                    <a:pt x="-66" y="19067"/>
                    <a:pt x="-66" y="19722"/>
                    <a:pt x="197" y="20289"/>
                  </a:cubicBezTo>
                  <a:cubicBezTo>
                    <a:pt x="300" y="20513"/>
                    <a:pt x="442" y="20714"/>
                    <a:pt x="615" y="20889"/>
                  </a:cubicBezTo>
                  <a:cubicBezTo>
                    <a:pt x="789" y="21064"/>
                    <a:pt x="997" y="21206"/>
                    <a:pt x="1220" y="21310"/>
                  </a:cubicBezTo>
                  <a:cubicBezTo>
                    <a:pt x="1783" y="21575"/>
                    <a:pt x="2433" y="21575"/>
                    <a:pt x="2996" y="21310"/>
                  </a:cubicBezTo>
                  <a:cubicBezTo>
                    <a:pt x="3345" y="21140"/>
                    <a:pt x="3726" y="20754"/>
                    <a:pt x="4373" y="20102"/>
                  </a:cubicBezTo>
                  <a:lnTo>
                    <a:pt x="15143" y="9262"/>
                  </a:lnTo>
                  <a:lnTo>
                    <a:pt x="15952" y="10077"/>
                  </a:lnTo>
                  <a:cubicBezTo>
                    <a:pt x="16374" y="10492"/>
                    <a:pt x="16970" y="10685"/>
                    <a:pt x="17552" y="10593"/>
                  </a:cubicBezTo>
                  <a:cubicBezTo>
                    <a:pt x="18284" y="10476"/>
                    <a:pt x="18875" y="9942"/>
                    <a:pt x="19077" y="9225"/>
                  </a:cubicBezTo>
                  <a:lnTo>
                    <a:pt x="21226" y="2798"/>
                  </a:lnTo>
                  <a:cubicBezTo>
                    <a:pt x="21534" y="1915"/>
                    <a:pt x="21236" y="927"/>
                    <a:pt x="20482" y="381"/>
                  </a:cubicBezTo>
                  <a:cubicBezTo>
                    <a:pt x="20197" y="174"/>
                    <a:pt x="19862" y="56"/>
                    <a:pt x="19524" y="15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50801" tIns="50801" rIns="50801" bIns="50801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67" name="Rounded Rectangle">
              <a:extLst>
                <a:ext uri="{FF2B5EF4-FFF2-40B4-BE49-F238E27FC236}">
                  <a16:creationId xmlns:a16="http://schemas.microsoft.com/office/drawing/2014/main" id="{00602FC8-C886-75BD-BD85-8E0F5A9C6FCA}"/>
                </a:ext>
              </a:extLst>
            </p:cNvPr>
            <p:cNvSpPr/>
            <p:nvPr/>
          </p:nvSpPr>
          <p:spPr>
            <a:xfrm>
              <a:off x="2827092" y="16476493"/>
              <a:ext cx="2436213" cy="1231107"/>
            </a:xfrm>
            <a:prstGeom prst="roundRect">
              <a:avLst>
                <a:gd name="adj" fmla="val 30239"/>
              </a:avLst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rPr lang="ru-RU" sz="3200" dirty="0">
                  <a:solidFill>
                    <a:srgbClr val="FFFFFF">
                      <a:alpha val="0"/>
                    </a:srgb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Нет сети</a:t>
              </a:r>
            </a:p>
          </p:txBody>
        </p:sp>
        <p:sp>
          <p:nvSpPr>
            <p:cNvPr id="68" name="Type text">
              <a:extLst>
                <a:ext uri="{FF2B5EF4-FFF2-40B4-BE49-F238E27FC236}">
                  <a16:creationId xmlns:a16="http://schemas.microsoft.com/office/drawing/2014/main" id="{3EA05078-C3D9-3710-91E0-229156DE31EB}"/>
                </a:ext>
              </a:extLst>
            </p:cNvPr>
            <p:cNvSpPr txBox="1"/>
            <p:nvPr/>
          </p:nvSpPr>
          <p:spPr>
            <a:xfrm>
              <a:off x="5860974" y="15214996"/>
              <a:ext cx="10911432" cy="1025924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pPr algn="ctr"/>
              <a:r>
                <a:rPr lang="ru-RU" sz="6000" dirty="0">
                  <a:solidFill>
                    <a:srgbClr val="757D7D">
                      <a:alpha val="0"/>
                    </a:srgbClr>
                  </a:solidFill>
                </a:rPr>
                <a:t>Офлайн-режим</a:t>
              </a:r>
            </a:p>
          </p:txBody>
        </p:sp>
        <p:sp>
          <p:nvSpPr>
            <p:cNvPr id="69" name="Shape">
              <a:extLst>
                <a:ext uri="{FF2B5EF4-FFF2-40B4-BE49-F238E27FC236}">
                  <a16:creationId xmlns:a16="http://schemas.microsoft.com/office/drawing/2014/main" id="{E997E07F-7071-17CA-DF89-784397CF282A}"/>
                </a:ext>
              </a:extLst>
            </p:cNvPr>
            <p:cNvSpPr/>
            <p:nvPr/>
          </p:nvSpPr>
          <p:spPr>
            <a:xfrm rot="2674744">
              <a:off x="8244670" y="16793441"/>
              <a:ext cx="625775" cy="597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6" h="21509" extrusionOk="0">
                  <a:moveTo>
                    <a:pt x="19524" y="15"/>
                  </a:moveTo>
                  <a:cubicBezTo>
                    <a:pt x="19186" y="-25"/>
                    <a:pt x="18845" y="13"/>
                    <a:pt x="18519" y="146"/>
                  </a:cubicBezTo>
                  <a:lnTo>
                    <a:pt x="12316" y="2217"/>
                  </a:lnTo>
                  <a:cubicBezTo>
                    <a:pt x="11643" y="2393"/>
                    <a:pt x="11118" y="2920"/>
                    <a:pt x="10930" y="3594"/>
                  </a:cubicBezTo>
                  <a:cubicBezTo>
                    <a:pt x="10731" y="4306"/>
                    <a:pt x="10942" y="5066"/>
                    <a:pt x="11479" y="5571"/>
                  </a:cubicBezTo>
                  <a:lnTo>
                    <a:pt x="12167" y="6264"/>
                  </a:lnTo>
                  <a:lnTo>
                    <a:pt x="1406" y="17104"/>
                  </a:lnTo>
                  <a:cubicBezTo>
                    <a:pt x="759" y="17756"/>
                    <a:pt x="366" y="18149"/>
                    <a:pt x="197" y="18500"/>
                  </a:cubicBezTo>
                  <a:cubicBezTo>
                    <a:pt x="-66" y="19067"/>
                    <a:pt x="-66" y="19722"/>
                    <a:pt x="197" y="20289"/>
                  </a:cubicBezTo>
                  <a:cubicBezTo>
                    <a:pt x="300" y="20513"/>
                    <a:pt x="442" y="20714"/>
                    <a:pt x="615" y="20889"/>
                  </a:cubicBezTo>
                  <a:cubicBezTo>
                    <a:pt x="789" y="21064"/>
                    <a:pt x="997" y="21206"/>
                    <a:pt x="1220" y="21310"/>
                  </a:cubicBezTo>
                  <a:cubicBezTo>
                    <a:pt x="1783" y="21575"/>
                    <a:pt x="2433" y="21575"/>
                    <a:pt x="2996" y="21310"/>
                  </a:cubicBezTo>
                  <a:cubicBezTo>
                    <a:pt x="3345" y="21140"/>
                    <a:pt x="3726" y="20754"/>
                    <a:pt x="4373" y="20102"/>
                  </a:cubicBezTo>
                  <a:lnTo>
                    <a:pt x="15143" y="9262"/>
                  </a:lnTo>
                  <a:lnTo>
                    <a:pt x="15952" y="10077"/>
                  </a:lnTo>
                  <a:cubicBezTo>
                    <a:pt x="16374" y="10492"/>
                    <a:pt x="16970" y="10685"/>
                    <a:pt x="17552" y="10593"/>
                  </a:cubicBezTo>
                  <a:cubicBezTo>
                    <a:pt x="18284" y="10476"/>
                    <a:pt x="18875" y="9942"/>
                    <a:pt x="19077" y="9225"/>
                  </a:cubicBezTo>
                  <a:lnTo>
                    <a:pt x="21226" y="2798"/>
                  </a:lnTo>
                  <a:cubicBezTo>
                    <a:pt x="21534" y="1915"/>
                    <a:pt x="21236" y="927"/>
                    <a:pt x="20482" y="381"/>
                  </a:cubicBezTo>
                  <a:cubicBezTo>
                    <a:pt x="20197" y="174"/>
                    <a:pt x="19862" y="56"/>
                    <a:pt x="19524" y="15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50801" tIns="50801" rIns="50801" bIns="50801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70" name="Rounded Rectangle">
              <a:extLst>
                <a:ext uri="{FF2B5EF4-FFF2-40B4-BE49-F238E27FC236}">
                  <a16:creationId xmlns:a16="http://schemas.microsoft.com/office/drawing/2014/main" id="{32C96ACF-999D-318F-F855-6DC6211FEA2D}"/>
                </a:ext>
              </a:extLst>
            </p:cNvPr>
            <p:cNvSpPr/>
            <p:nvPr/>
          </p:nvSpPr>
          <p:spPr>
            <a:xfrm>
              <a:off x="5825755" y="16476492"/>
              <a:ext cx="2519800" cy="1231107"/>
            </a:xfrm>
            <a:prstGeom prst="roundRect">
              <a:avLst>
                <a:gd name="adj" fmla="val 30239"/>
              </a:avLst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rPr lang="ru-RU" sz="3200" dirty="0">
                  <a:solidFill>
                    <a:srgbClr val="FFFFFF">
                      <a:alpha val="0"/>
                    </a:srgb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Кэш</a:t>
              </a:r>
            </a:p>
          </p:txBody>
        </p:sp>
        <p:sp>
          <p:nvSpPr>
            <p:cNvPr id="71" name="Shape">
              <a:extLst>
                <a:ext uri="{FF2B5EF4-FFF2-40B4-BE49-F238E27FC236}">
                  <a16:creationId xmlns:a16="http://schemas.microsoft.com/office/drawing/2014/main" id="{F6EA2151-7FF9-7829-7187-20BD5C27367E}"/>
                </a:ext>
              </a:extLst>
            </p:cNvPr>
            <p:cNvSpPr/>
            <p:nvPr/>
          </p:nvSpPr>
          <p:spPr>
            <a:xfrm rot="2674744">
              <a:off x="11754547" y="16815992"/>
              <a:ext cx="625775" cy="597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6" h="21509" extrusionOk="0">
                  <a:moveTo>
                    <a:pt x="19524" y="15"/>
                  </a:moveTo>
                  <a:cubicBezTo>
                    <a:pt x="19186" y="-25"/>
                    <a:pt x="18845" y="13"/>
                    <a:pt x="18519" y="146"/>
                  </a:cubicBezTo>
                  <a:lnTo>
                    <a:pt x="12316" y="2217"/>
                  </a:lnTo>
                  <a:cubicBezTo>
                    <a:pt x="11643" y="2393"/>
                    <a:pt x="11118" y="2920"/>
                    <a:pt x="10930" y="3594"/>
                  </a:cubicBezTo>
                  <a:cubicBezTo>
                    <a:pt x="10731" y="4306"/>
                    <a:pt x="10942" y="5066"/>
                    <a:pt x="11479" y="5571"/>
                  </a:cubicBezTo>
                  <a:lnTo>
                    <a:pt x="12167" y="6264"/>
                  </a:lnTo>
                  <a:lnTo>
                    <a:pt x="1406" y="17104"/>
                  </a:lnTo>
                  <a:cubicBezTo>
                    <a:pt x="759" y="17756"/>
                    <a:pt x="366" y="18149"/>
                    <a:pt x="197" y="18500"/>
                  </a:cubicBezTo>
                  <a:cubicBezTo>
                    <a:pt x="-66" y="19067"/>
                    <a:pt x="-66" y="19722"/>
                    <a:pt x="197" y="20289"/>
                  </a:cubicBezTo>
                  <a:cubicBezTo>
                    <a:pt x="300" y="20513"/>
                    <a:pt x="442" y="20714"/>
                    <a:pt x="615" y="20889"/>
                  </a:cubicBezTo>
                  <a:cubicBezTo>
                    <a:pt x="789" y="21064"/>
                    <a:pt x="997" y="21206"/>
                    <a:pt x="1220" y="21310"/>
                  </a:cubicBezTo>
                  <a:cubicBezTo>
                    <a:pt x="1783" y="21575"/>
                    <a:pt x="2433" y="21575"/>
                    <a:pt x="2996" y="21310"/>
                  </a:cubicBezTo>
                  <a:cubicBezTo>
                    <a:pt x="3345" y="21140"/>
                    <a:pt x="3726" y="20754"/>
                    <a:pt x="4373" y="20102"/>
                  </a:cubicBezTo>
                  <a:lnTo>
                    <a:pt x="15143" y="9262"/>
                  </a:lnTo>
                  <a:lnTo>
                    <a:pt x="15952" y="10077"/>
                  </a:lnTo>
                  <a:cubicBezTo>
                    <a:pt x="16374" y="10492"/>
                    <a:pt x="16970" y="10685"/>
                    <a:pt x="17552" y="10593"/>
                  </a:cubicBezTo>
                  <a:cubicBezTo>
                    <a:pt x="18284" y="10476"/>
                    <a:pt x="18875" y="9942"/>
                    <a:pt x="19077" y="9225"/>
                  </a:cubicBezTo>
                  <a:lnTo>
                    <a:pt x="21226" y="2798"/>
                  </a:lnTo>
                  <a:cubicBezTo>
                    <a:pt x="21534" y="1915"/>
                    <a:pt x="21236" y="927"/>
                    <a:pt x="20482" y="381"/>
                  </a:cubicBezTo>
                  <a:cubicBezTo>
                    <a:pt x="20197" y="174"/>
                    <a:pt x="19862" y="56"/>
                    <a:pt x="19524" y="15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50801" tIns="50801" rIns="50801" bIns="50801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72" name="Rounded Rectangle">
              <a:extLst>
                <a:ext uri="{FF2B5EF4-FFF2-40B4-BE49-F238E27FC236}">
                  <a16:creationId xmlns:a16="http://schemas.microsoft.com/office/drawing/2014/main" id="{AC1EC0B1-014F-76AC-E247-A373F942501F}"/>
                </a:ext>
              </a:extLst>
            </p:cNvPr>
            <p:cNvSpPr/>
            <p:nvPr/>
          </p:nvSpPr>
          <p:spPr>
            <a:xfrm>
              <a:off x="8990010" y="16468193"/>
              <a:ext cx="2856267" cy="1231107"/>
            </a:xfrm>
            <a:prstGeom prst="roundRect">
              <a:avLst>
                <a:gd name="adj" fmla="val 30239"/>
              </a:avLst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rPr lang="ru-RU" sz="3200" dirty="0">
                  <a:solidFill>
                    <a:srgbClr val="FFFFFF">
                      <a:alpha val="0"/>
                    </a:srgb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Локально</a:t>
              </a:r>
            </a:p>
          </p:txBody>
        </p:sp>
        <p:sp>
          <p:nvSpPr>
            <p:cNvPr id="73" name="Rounded Rectangle">
              <a:extLst>
                <a:ext uri="{FF2B5EF4-FFF2-40B4-BE49-F238E27FC236}">
                  <a16:creationId xmlns:a16="http://schemas.microsoft.com/office/drawing/2014/main" id="{4BD70171-80B5-4D0A-E025-0960F24AA56A}"/>
                </a:ext>
              </a:extLst>
            </p:cNvPr>
            <p:cNvSpPr/>
            <p:nvPr/>
          </p:nvSpPr>
          <p:spPr>
            <a:xfrm>
              <a:off x="12499887" y="16468194"/>
              <a:ext cx="7481234" cy="1231107"/>
            </a:xfrm>
            <a:prstGeom prst="roundRect">
              <a:avLst>
                <a:gd name="adj" fmla="val 30239"/>
              </a:avLst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rPr lang="ru-RU" sz="3200" dirty="0">
                  <a:solidFill>
                    <a:srgbClr val="FFFFFF">
                      <a:alpha val="0"/>
                    </a:srgb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При сети         Синхронизация</a:t>
              </a:r>
            </a:p>
          </p:txBody>
        </p:sp>
        <p:sp>
          <p:nvSpPr>
            <p:cNvPr id="74" name="Shape">
              <a:extLst>
                <a:ext uri="{FF2B5EF4-FFF2-40B4-BE49-F238E27FC236}">
                  <a16:creationId xmlns:a16="http://schemas.microsoft.com/office/drawing/2014/main" id="{210D97FB-38B0-FFE2-708D-EFD37CB2680E}"/>
                </a:ext>
              </a:extLst>
            </p:cNvPr>
            <p:cNvSpPr/>
            <p:nvPr/>
          </p:nvSpPr>
          <p:spPr>
            <a:xfrm rot="2674744">
              <a:off x="15139251" y="16785140"/>
              <a:ext cx="625775" cy="597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6" h="21509" extrusionOk="0">
                  <a:moveTo>
                    <a:pt x="19524" y="15"/>
                  </a:moveTo>
                  <a:cubicBezTo>
                    <a:pt x="19186" y="-25"/>
                    <a:pt x="18845" y="13"/>
                    <a:pt x="18519" y="146"/>
                  </a:cubicBezTo>
                  <a:lnTo>
                    <a:pt x="12316" y="2217"/>
                  </a:lnTo>
                  <a:cubicBezTo>
                    <a:pt x="11643" y="2393"/>
                    <a:pt x="11118" y="2920"/>
                    <a:pt x="10930" y="3594"/>
                  </a:cubicBezTo>
                  <a:cubicBezTo>
                    <a:pt x="10731" y="4306"/>
                    <a:pt x="10942" y="5066"/>
                    <a:pt x="11479" y="5571"/>
                  </a:cubicBezTo>
                  <a:lnTo>
                    <a:pt x="12167" y="6264"/>
                  </a:lnTo>
                  <a:lnTo>
                    <a:pt x="1406" y="17104"/>
                  </a:lnTo>
                  <a:cubicBezTo>
                    <a:pt x="759" y="17756"/>
                    <a:pt x="366" y="18149"/>
                    <a:pt x="197" y="18500"/>
                  </a:cubicBezTo>
                  <a:cubicBezTo>
                    <a:pt x="-66" y="19067"/>
                    <a:pt x="-66" y="19722"/>
                    <a:pt x="197" y="20289"/>
                  </a:cubicBezTo>
                  <a:cubicBezTo>
                    <a:pt x="300" y="20513"/>
                    <a:pt x="442" y="20714"/>
                    <a:pt x="615" y="20889"/>
                  </a:cubicBezTo>
                  <a:cubicBezTo>
                    <a:pt x="789" y="21064"/>
                    <a:pt x="997" y="21206"/>
                    <a:pt x="1220" y="21310"/>
                  </a:cubicBezTo>
                  <a:cubicBezTo>
                    <a:pt x="1783" y="21575"/>
                    <a:pt x="2433" y="21575"/>
                    <a:pt x="2996" y="21310"/>
                  </a:cubicBezTo>
                  <a:cubicBezTo>
                    <a:pt x="3345" y="21140"/>
                    <a:pt x="3726" y="20754"/>
                    <a:pt x="4373" y="20102"/>
                  </a:cubicBezTo>
                  <a:lnTo>
                    <a:pt x="15143" y="9262"/>
                  </a:lnTo>
                  <a:lnTo>
                    <a:pt x="15952" y="10077"/>
                  </a:lnTo>
                  <a:cubicBezTo>
                    <a:pt x="16374" y="10492"/>
                    <a:pt x="16970" y="10685"/>
                    <a:pt x="17552" y="10593"/>
                  </a:cubicBezTo>
                  <a:cubicBezTo>
                    <a:pt x="18284" y="10476"/>
                    <a:pt x="18875" y="9942"/>
                    <a:pt x="19077" y="9225"/>
                  </a:cubicBezTo>
                  <a:lnTo>
                    <a:pt x="21226" y="2798"/>
                  </a:lnTo>
                  <a:cubicBezTo>
                    <a:pt x="21534" y="1915"/>
                    <a:pt x="21236" y="927"/>
                    <a:pt x="20482" y="381"/>
                  </a:cubicBezTo>
                  <a:cubicBezTo>
                    <a:pt x="20197" y="174"/>
                    <a:pt x="19862" y="56"/>
                    <a:pt x="19524" y="15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50801" tIns="50801" rIns="50801" bIns="50801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</p:grpSp>
      <p:grpSp>
        <p:nvGrpSpPr>
          <p:cNvPr id="101" name="Группа 100">
            <a:extLst>
              <a:ext uri="{FF2B5EF4-FFF2-40B4-BE49-F238E27FC236}">
                <a16:creationId xmlns:a16="http://schemas.microsoft.com/office/drawing/2014/main" id="{D507C8C3-CE08-E354-78DA-23EA3EF95AA1}"/>
              </a:ext>
            </a:extLst>
          </p:cNvPr>
          <p:cNvGrpSpPr/>
          <p:nvPr/>
        </p:nvGrpSpPr>
        <p:grpSpPr>
          <a:xfrm>
            <a:off x="-20242810" y="4874837"/>
            <a:ext cx="19768044" cy="3180954"/>
            <a:chOff x="1431590" y="4848898"/>
            <a:chExt cx="19768044" cy="3180954"/>
          </a:xfrm>
          <a:noFill/>
        </p:grpSpPr>
        <p:sp>
          <p:nvSpPr>
            <p:cNvPr id="102" name="Rounded Rectangle">
              <a:extLst>
                <a:ext uri="{FF2B5EF4-FFF2-40B4-BE49-F238E27FC236}">
                  <a16:creationId xmlns:a16="http://schemas.microsoft.com/office/drawing/2014/main" id="{93979EA6-3273-90C4-05C4-27D06E9A9CE4}"/>
                </a:ext>
              </a:extLst>
            </p:cNvPr>
            <p:cNvSpPr/>
            <p:nvPr/>
          </p:nvSpPr>
          <p:spPr>
            <a:xfrm>
              <a:off x="1431590" y="4848898"/>
              <a:ext cx="19768044" cy="3180954"/>
            </a:xfrm>
            <a:prstGeom prst="roundRect">
              <a:avLst>
                <a:gd name="adj" fmla="val 15961"/>
              </a:avLst>
            </a:prstGeom>
            <a:grpFill/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03" name="Shape">
              <a:extLst>
                <a:ext uri="{FF2B5EF4-FFF2-40B4-BE49-F238E27FC236}">
                  <a16:creationId xmlns:a16="http://schemas.microsoft.com/office/drawing/2014/main" id="{56DD1589-986B-401B-E4C5-00E4CF54451A}"/>
                </a:ext>
              </a:extLst>
            </p:cNvPr>
            <p:cNvSpPr/>
            <p:nvPr/>
          </p:nvSpPr>
          <p:spPr>
            <a:xfrm rot="2674744">
              <a:off x="5377366" y="6569197"/>
              <a:ext cx="625775" cy="597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6" h="21509" extrusionOk="0">
                  <a:moveTo>
                    <a:pt x="19524" y="15"/>
                  </a:moveTo>
                  <a:cubicBezTo>
                    <a:pt x="19186" y="-25"/>
                    <a:pt x="18845" y="13"/>
                    <a:pt x="18519" y="146"/>
                  </a:cubicBezTo>
                  <a:lnTo>
                    <a:pt x="12316" y="2217"/>
                  </a:lnTo>
                  <a:cubicBezTo>
                    <a:pt x="11643" y="2393"/>
                    <a:pt x="11118" y="2920"/>
                    <a:pt x="10930" y="3594"/>
                  </a:cubicBezTo>
                  <a:cubicBezTo>
                    <a:pt x="10731" y="4306"/>
                    <a:pt x="10942" y="5066"/>
                    <a:pt x="11479" y="5571"/>
                  </a:cubicBezTo>
                  <a:lnTo>
                    <a:pt x="12167" y="6264"/>
                  </a:lnTo>
                  <a:lnTo>
                    <a:pt x="1406" y="17104"/>
                  </a:lnTo>
                  <a:cubicBezTo>
                    <a:pt x="759" y="17756"/>
                    <a:pt x="366" y="18149"/>
                    <a:pt x="197" y="18500"/>
                  </a:cubicBezTo>
                  <a:cubicBezTo>
                    <a:pt x="-66" y="19067"/>
                    <a:pt x="-66" y="19722"/>
                    <a:pt x="197" y="20289"/>
                  </a:cubicBezTo>
                  <a:cubicBezTo>
                    <a:pt x="300" y="20513"/>
                    <a:pt x="442" y="20714"/>
                    <a:pt x="615" y="20889"/>
                  </a:cubicBezTo>
                  <a:cubicBezTo>
                    <a:pt x="789" y="21064"/>
                    <a:pt x="997" y="21206"/>
                    <a:pt x="1220" y="21310"/>
                  </a:cubicBezTo>
                  <a:cubicBezTo>
                    <a:pt x="1783" y="21575"/>
                    <a:pt x="2433" y="21575"/>
                    <a:pt x="2996" y="21310"/>
                  </a:cubicBezTo>
                  <a:cubicBezTo>
                    <a:pt x="3345" y="21140"/>
                    <a:pt x="3726" y="20754"/>
                    <a:pt x="4373" y="20102"/>
                  </a:cubicBezTo>
                  <a:lnTo>
                    <a:pt x="15143" y="9262"/>
                  </a:lnTo>
                  <a:lnTo>
                    <a:pt x="15952" y="10077"/>
                  </a:lnTo>
                  <a:cubicBezTo>
                    <a:pt x="16374" y="10492"/>
                    <a:pt x="16970" y="10685"/>
                    <a:pt x="17552" y="10593"/>
                  </a:cubicBezTo>
                  <a:cubicBezTo>
                    <a:pt x="18284" y="10476"/>
                    <a:pt x="18875" y="9942"/>
                    <a:pt x="19077" y="9225"/>
                  </a:cubicBezTo>
                  <a:lnTo>
                    <a:pt x="21226" y="2798"/>
                  </a:lnTo>
                  <a:cubicBezTo>
                    <a:pt x="21534" y="1915"/>
                    <a:pt x="21236" y="927"/>
                    <a:pt x="20482" y="381"/>
                  </a:cubicBezTo>
                  <a:cubicBezTo>
                    <a:pt x="20197" y="174"/>
                    <a:pt x="19862" y="56"/>
                    <a:pt x="19524" y="15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50801" tIns="50801" rIns="50801" bIns="50801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04" name="Rounded Rectangle">
              <a:extLst>
                <a:ext uri="{FF2B5EF4-FFF2-40B4-BE49-F238E27FC236}">
                  <a16:creationId xmlns:a16="http://schemas.microsoft.com/office/drawing/2014/main" id="{337872DD-2B46-336E-1B0E-782B8A67B004}"/>
                </a:ext>
              </a:extLst>
            </p:cNvPr>
            <p:cNvSpPr/>
            <p:nvPr/>
          </p:nvSpPr>
          <p:spPr>
            <a:xfrm>
              <a:off x="1652747" y="6226913"/>
              <a:ext cx="3816350" cy="1231107"/>
            </a:xfrm>
            <a:prstGeom prst="roundRect">
              <a:avLst>
                <a:gd name="adj" fmla="val 30239"/>
              </a:avLst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rPr lang="ru-RU" sz="3200" dirty="0">
                  <a:solidFill>
                    <a:srgbClr val="FFFFFF">
                      <a:alpha val="0"/>
                    </a:srgb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Пользователь</a:t>
              </a: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05" name="Type text">
              <a:extLst>
                <a:ext uri="{FF2B5EF4-FFF2-40B4-BE49-F238E27FC236}">
                  <a16:creationId xmlns:a16="http://schemas.microsoft.com/office/drawing/2014/main" id="{C105777E-F6E8-31BA-1783-C0B7F31D3690}"/>
                </a:ext>
              </a:extLst>
            </p:cNvPr>
            <p:cNvSpPr txBox="1"/>
            <p:nvPr/>
          </p:nvSpPr>
          <p:spPr>
            <a:xfrm>
              <a:off x="6599944" y="4975902"/>
              <a:ext cx="9431336" cy="1025924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pPr algn="ctr"/>
              <a:r>
                <a:rPr lang="ru-RU" sz="6000" dirty="0">
                  <a:solidFill>
                    <a:srgbClr val="757D7D">
                      <a:alpha val="0"/>
                    </a:srgbClr>
                  </a:solidFill>
                </a:rPr>
                <a:t>Загрузка погоды</a:t>
              </a:r>
            </a:p>
          </p:txBody>
        </p:sp>
        <p:sp>
          <p:nvSpPr>
            <p:cNvPr id="106" name="Shape">
              <a:extLst>
                <a:ext uri="{FF2B5EF4-FFF2-40B4-BE49-F238E27FC236}">
                  <a16:creationId xmlns:a16="http://schemas.microsoft.com/office/drawing/2014/main" id="{6F7A65D6-3D1A-8D83-0104-1FCC0DEE56B1}"/>
                </a:ext>
              </a:extLst>
            </p:cNvPr>
            <p:cNvSpPr/>
            <p:nvPr/>
          </p:nvSpPr>
          <p:spPr>
            <a:xfrm rot="2674744">
              <a:off x="8982420" y="6560896"/>
              <a:ext cx="625775" cy="597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6" h="21509" extrusionOk="0">
                  <a:moveTo>
                    <a:pt x="19524" y="15"/>
                  </a:moveTo>
                  <a:cubicBezTo>
                    <a:pt x="19186" y="-25"/>
                    <a:pt x="18845" y="13"/>
                    <a:pt x="18519" y="146"/>
                  </a:cubicBezTo>
                  <a:lnTo>
                    <a:pt x="12316" y="2217"/>
                  </a:lnTo>
                  <a:cubicBezTo>
                    <a:pt x="11643" y="2393"/>
                    <a:pt x="11118" y="2920"/>
                    <a:pt x="10930" y="3594"/>
                  </a:cubicBezTo>
                  <a:cubicBezTo>
                    <a:pt x="10731" y="4306"/>
                    <a:pt x="10942" y="5066"/>
                    <a:pt x="11479" y="5571"/>
                  </a:cubicBezTo>
                  <a:lnTo>
                    <a:pt x="12167" y="6264"/>
                  </a:lnTo>
                  <a:lnTo>
                    <a:pt x="1406" y="17104"/>
                  </a:lnTo>
                  <a:cubicBezTo>
                    <a:pt x="759" y="17756"/>
                    <a:pt x="366" y="18149"/>
                    <a:pt x="197" y="18500"/>
                  </a:cubicBezTo>
                  <a:cubicBezTo>
                    <a:pt x="-66" y="19067"/>
                    <a:pt x="-66" y="19722"/>
                    <a:pt x="197" y="20289"/>
                  </a:cubicBezTo>
                  <a:cubicBezTo>
                    <a:pt x="300" y="20513"/>
                    <a:pt x="442" y="20714"/>
                    <a:pt x="615" y="20889"/>
                  </a:cubicBezTo>
                  <a:cubicBezTo>
                    <a:pt x="789" y="21064"/>
                    <a:pt x="997" y="21206"/>
                    <a:pt x="1220" y="21310"/>
                  </a:cubicBezTo>
                  <a:cubicBezTo>
                    <a:pt x="1783" y="21575"/>
                    <a:pt x="2433" y="21575"/>
                    <a:pt x="2996" y="21310"/>
                  </a:cubicBezTo>
                  <a:cubicBezTo>
                    <a:pt x="3345" y="21140"/>
                    <a:pt x="3726" y="20754"/>
                    <a:pt x="4373" y="20102"/>
                  </a:cubicBezTo>
                  <a:lnTo>
                    <a:pt x="15143" y="9262"/>
                  </a:lnTo>
                  <a:lnTo>
                    <a:pt x="15952" y="10077"/>
                  </a:lnTo>
                  <a:cubicBezTo>
                    <a:pt x="16374" y="10492"/>
                    <a:pt x="16970" y="10685"/>
                    <a:pt x="17552" y="10593"/>
                  </a:cubicBezTo>
                  <a:cubicBezTo>
                    <a:pt x="18284" y="10476"/>
                    <a:pt x="18875" y="9942"/>
                    <a:pt x="19077" y="9225"/>
                  </a:cubicBezTo>
                  <a:lnTo>
                    <a:pt x="21226" y="2798"/>
                  </a:lnTo>
                  <a:cubicBezTo>
                    <a:pt x="21534" y="1915"/>
                    <a:pt x="21236" y="927"/>
                    <a:pt x="20482" y="381"/>
                  </a:cubicBezTo>
                  <a:cubicBezTo>
                    <a:pt x="20197" y="174"/>
                    <a:pt x="19862" y="56"/>
                    <a:pt x="19524" y="15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50801" tIns="50801" rIns="50801" bIns="50801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07" name="Rounded Rectangle">
              <a:extLst>
                <a:ext uri="{FF2B5EF4-FFF2-40B4-BE49-F238E27FC236}">
                  <a16:creationId xmlns:a16="http://schemas.microsoft.com/office/drawing/2014/main" id="{7BA864B6-E382-D670-6FB3-B7A526EAA16C}"/>
                </a:ext>
              </a:extLst>
            </p:cNvPr>
            <p:cNvSpPr/>
            <p:nvPr/>
          </p:nvSpPr>
          <p:spPr>
            <a:xfrm>
              <a:off x="6122705" y="6226912"/>
              <a:ext cx="2951445" cy="1231107"/>
            </a:xfrm>
            <a:prstGeom prst="roundRect">
              <a:avLst>
                <a:gd name="adj" fmla="val 30239"/>
              </a:avLst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rPr lang="ru-RU" sz="3200" dirty="0">
                  <a:solidFill>
                    <a:srgbClr val="FFFFFF">
                      <a:alpha val="0"/>
                    </a:srgb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Проверка</a:t>
              </a: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08" name="Shape">
              <a:extLst>
                <a:ext uri="{FF2B5EF4-FFF2-40B4-BE49-F238E27FC236}">
                  <a16:creationId xmlns:a16="http://schemas.microsoft.com/office/drawing/2014/main" id="{80D688A0-3FEE-DFA0-4EEE-810B024798F8}"/>
                </a:ext>
              </a:extLst>
            </p:cNvPr>
            <p:cNvSpPr/>
            <p:nvPr/>
          </p:nvSpPr>
          <p:spPr>
            <a:xfrm rot="2674744">
              <a:off x="12916403" y="6587886"/>
              <a:ext cx="625775" cy="597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6" h="21509" extrusionOk="0">
                  <a:moveTo>
                    <a:pt x="19524" y="15"/>
                  </a:moveTo>
                  <a:cubicBezTo>
                    <a:pt x="19186" y="-25"/>
                    <a:pt x="18845" y="13"/>
                    <a:pt x="18519" y="146"/>
                  </a:cubicBezTo>
                  <a:lnTo>
                    <a:pt x="12316" y="2217"/>
                  </a:lnTo>
                  <a:cubicBezTo>
                    <a:pt x="11643" y="2393"/>
                    <a:pt x="11118" y="2920"/>
                    <a:pt x="10930" y="3594"/>
                  </a:cubicBezTo>
                  <a:cubicBezTo>
                    <a:pt x="10731" y="4306"/>
                    <a:pt x="10942" y="5066"/>
                    <a:pt x="11479" y="5571"/>
                  </a:cubicBezTo>
                  <a:lnTo>
                    <a:pt x="12167" y="6264"/>
                  </a:lnTo>
                  <a:lnTo>
                    <a:pt x="1406" y="17104"/>
                  </a:lnTo>
                  <a:cubicBezTo>
                    <a:pt x="759" y="17756"/>
                    <a:pt x="366" y="18149"/>
                    <a:pt x="197" y="18500"/>
                  </a:cubicBezTo>
                  <a:cubicBezTo>
                    <a:pt x="-66" y="19067"/>
                    <a:pt x="-66" y="19722"/>
                    <a:pt x="197" y="20289"/>
                  </a:cubicBezTo>
                  <a:cubicBezTo>
                    <a:pt x="300" y="20513"/>
                    <a:pt x="442" y="20714"/>
                    <a:pt x="615" y="20889"/>
                  </a:cubicBezTo>
                  <a:cubicBezTo>
                    <a:pt x="789" y="21064"/>
                    <a:pt x="997" y="21206"/>
                    <a:pt x="1220" y="21310"/>
                  </a:cubicBezTo>
                  <a:cubicBezTo>
                    <a:pt x="1783" y="21575"/>
                    <a:pt x="2433" y="21575"/>
                    <a:pt x="2996" y="21310"/>
                  </a:cubicBezTo>
                  <a:cubicBezTo>
                    <a:pt x="3345" y="21140"/>
                    <a:pt x="3726" y="20754"/>
                    <a:pt x="4373" y="20102"/>
                  </a:cubicBezTo>
                  <a:lnTo>
                    <a:pt x="15143" y="9262"/>
                  </a:lnTo>
                  <a:lnTo>
                    <a:pt x="15952" y="10077"/>
                  </a:lnTo>
                  <a:cubicBezTo>
                    <a:pt x="16374" y="10492"/>
                    <a:pt x="16970" y="10685"/>
                    <a:pt x="17552" y="10593"/>
                  </a:cubicBezTo>
                  <a:cubicBezTo>
                    <a:pt x="18284" y="10476"/>
                    <a:pt x="18875" y="9942"/>
                    <a:pt x="19077" y="9225"/>
                  </a:cubicBezTo>
                  <a:lnTo>
                    <a:pt x="21226" y="2798"/>
                  </a:lnTo>
                  <a:cubicBezTo>
                    <a:pt x="21534" y="1915"/>
                    <a:pt x="21236" y="927"/>
                    <a:pt x="20482" y="381"/>
                  </a:cubicBezTo>
                  <a:cubicBezTo>
                    <a:pt x="20197" y="174"/>
                    <a:pt x="19862" y="56"/>
                    <a:pt x="19524" y="15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50801" tIns="50801" rIns="50801" bIns="50801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09" name="Rounded Rectangle">
              <a:extLst>
                <a:ext uri="{FF2B5EF4-FFF2-40B4-BE49-F238E27FC236}">
                  <a16:creationId xmlns:a16="http://schemas.microsoft.com/office/drawing/2014/main" id="{B273B702-8047-FF0A-1D09-EBBD30986BEA}"/>
                </a:ext>
              </a:extLst>
            </p:cNvPr>
            <p:cNvSpPr/>
            <p:nvPr/>
          </p:nvSpPr>
          <p:spPr>
            <a:xfrm>
              <a:off x="9727759" y="6218613"/>
              <a:ext cx="3280375" cy="1231107"/>
            </a:xfrm>
            <a:prstGeom prst="roundRect">
              <a:avLst>
                <a:gd name="adj" fmla="val 30239"/>
              </a:avLst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rPr lang="en-US" sz="3200" dirty="0">
                  <a:solidFill>
                    <a:srgbClr val="FFFFFF">
                      <a:alpha val="0"/>
                    </a:srgb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API</a:t>
              </a:r>
              <a:r>
                <a:rPr lang="ru-RU" sz="3200" dirty="0">
                  <a:solidFill>
                    <a:srgbClr val="FFFFFF">
                      <a:alpha val="0"/>
                    </a:srgb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 запрос</a:t>
              </a: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10" name="Shape">
              <a:extLst>
                <a:ext uri="{FF2B5EF4-FFF2-40B4-BE49-F238E27FC236}">
                  <a16:creationId xmlns:a16="http://schemas.microsoft.com/office/drawing/2014/main" id="{CB355248-1F63-02B2-BC7A-0CFEF7CD1F8E}"/>
                </a:ext>
              </a:extLst>
            </p:cNvPr>
            <p:cNvSpPr/>
            <p:nvPr/>
          </p:nvSpPr>
          <p:spPr>
            <a:xfrm rot="2674744">
              <a:off x="15419397" y="6609361"/>
              <a:ext cx="625775" cy="597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6" h="21509" extrusionOk="0">
                  <a:moveTo>
                    <a:pt x="19524" y="15"/>
                  </a:moveTo>
                  <a:cubicBezTo>
                    <a:pt x="19186" y="-25"/>
                    <a:pt x="18845" y="13"/>
                    <a:pt x="18519" y="146"/>
                  </a:cubicBezTo>
                  <a:lnTo>
                    <a:pt x="12316" y="2217"/>
                  </a:lnTo>
                  <a:cubicBezTo>
                    <a:pt x="11643" y="2393"/>
                    <a:pt x="11118" y="2920"/>
                    <a:pt x="10930" y="3594"/>
                  </a:cubicBezTo>
                  <a:cubicBezTo>
                    <a:pt x="10731" y="4306"/>
                    <a:pt x="10942" y="5066"/>
                    <a:pt x="11479" y="5571"/>
                  </a:cubicBezTo>
                  <a:lnTo>
                    <a:pt x="12167" y="6264"/>
                  </a:lnTo>
                  <a:lnTo>
                    <a:pt x="1406" y="17104"/>
                  </a:lnTo>
                  <a:cubicBezTo>
                    <a:pt x="759" y="17756"/>
                    <a:pt x="366" y="18149"/>
                    <a:pt x="197" y="18500"/>
                  </a:cubicBezTo>
                  <a:cubicBezTo>
                    <a:pt x="-66" y="19067"/>
                    <a:pt x="-66" y="19722"/>
                    <a:pt x="197" y="20289"/>
                  </a:cubicBezTo>
                  <a:cubicBezTo>
                    <a:pt x="300" y="20513"/>
                    <a:pt x="442" y="20714"/>
                    <a:pt x="615" y="20889"/>
                  </a:cubicBezTo>
                  <a:cubicBezTo>
                    <a:pt x="789" y="21064"/>
                    <a:pt x="997" y="21206"/>
                    <a:pt x="1220" y="21310"/>
                  </a:cubicBezTo>
                  <a:cubicBezTo>
                    <a:pt x="1783" y="21575"/>
                    <a:pt x="2433" y="21575"/>
                    <a:pt x="2996" y="21310"/>
                  </a:cubicBezTo>
                  <a:cubicBezTo>
                    <a:pt x="3345" y="21140"/>
                    <a:pt x="3726" y="20754"/>
                    <a:pt x="4373" y="20102"/>
                  </a:cubicBezTo>
                  <a:lnTo>
                    <a:pt x="15143" y="9262"/>
                  </a:lnTo>
                  <a:lnTo>
                    <a:pt x="15952" y="10077"/>
                  </a:lnTo>
                  <a:cubicBezTo>
                    <a:pt x="16374" y="10492"/>
                    <a:pt x="16970" y="10685"/>
                    <a:pt x="17552" y="10593"/>
                  </a:cubicBezTo>
                  <a:cubicBezTo>
                    <a:pt x="18284" y="10476"/>
                    <a:pt x="18875" y="9942"/>
                    <a:pt x="19077" y="9225"/>
                  </a:cubicBezTo>
                  <a:lnTo>
                    <a:pt x="21226" y="2798"/>
                  </a:lnTo>
                  <a:cubicBezTo>
                    <a:pt x="21534" y="1915"/>
                    <a:pt x="21236" y="927"/>
                    <a:pt x="20482" y="381"/>
                  </a:cubicBezTo>
                  <a:cubicBezTo>
                    <a:pt x="20197" y="174"/>
                    <a:pt x="19862" y="56"/>
                    <a:pt x="19524" y="15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50801" tIns="50801" rIns="50801" bIns="50801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11" name="Rounded Rectangle">
              <a:extLst>
                <a:ext uri="{FF2B5EF4-FFF2-40B4-BE49-F238E27FC236}">
                  <a16:creationId xmlns:a16="http://schemas.microsoft.com/office/drawing/2014/main" id="{951A94E1-F102-9E3C-0023-C725E1D69BB7}"/>
                </a:ext>
              </a:extLst>
            </p:cNvPr>
            <p:cNvSpPr/>
            <p:nvPr/>
          </p:nvSpPr>
          <p:spPr>
            <a:xfrm>
              <a:off x="13661743" y="6240088"/>
              <a:ext cx="1899092" cy="1231107"/>
            </a:xfrm>
            <a:prstGeom prst="roundRect">
              <a:avLst>
                <a:gd name="adj" fmla="val 30239"/>
              </a:avLst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rPr lang="ru-RU" sz="3200" dirty="0">
                  <a:solidFill>
                    <a:srgbClr val="FFFFFF">
                      <a:alpha val="0"/>
                    </a:srgb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Кэш</a:t>
              </a: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12" name="Rounded Rectangle">
              <a:extLst>
                <a:ext uri="{FF2B5EF4-FFF2-40B4-BE49-F238E27FC236}">
                  <a16:creationId xmlns:a16="http://schemas.microsoft.com/office/drawing/2014/main" id="{720000FE-E095-5BA1-96C8-8DD8A64DB94E}"/>
                </a:ext>
              </a:extLst>
            </p:cNvPr>
            <p:cNvSpPr/>
            <p:nvPr/>
          </p:nvSpPr>
          <p:spPr>
            <a:xfrm>
              <a:off x="16164737" y="6261562"/>
              <a:ext cx="4653898" cy="1231107"/>
            </a:xfrm>
            <a:prstGeom prst="roundRect">
              <a:avLst>
                <a:gd name="adj" fmla="val 30239"/>
              </a:avLst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rPr lang="en-US" sz="3200" dirty="0">
                  <a:solidFill>
                    <a:srgbClr val="FFFFFF">
                      <a:alpha val="0"/>
                    </a:srgb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UI-</a:t>
              </a:r>
              <a:r>
                <a:rPr lang="ru-RU" sz="3200" dirty="0">
                  <a:solidFill>
                    <a:srgbClr val="FFFFFF">
                      <a:alpha val="0"/>
                    </a:srgb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обновление</a:t>
              </a: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</p:grpSp>
      <p:grpSp>
        <p:nvGrpSpPr>
          <p:cNvPr id="113" name="Группа 112">
            <a:extLst>
              <a:ext uri="{FF2B5EF4-FFF2-40B4-BE49-F238E27FC236}">
                <a16:creationId xmlns:a16="http://schemas.microsoft.com/office/drawing/2014/main" id="{432DAECA-1FAA-54B9-F633-4068A0534A25}"/>
              </a:ext>
            </a:extLst>
          </p:cNvPr>
          <p:cNvGrpSpPr/>
          <p:nvPr/>
        </p:nvGrpSpPr>
        <p:grpSpPr>
          <a:xfrm>
            <a:off x="-20247236" y="8291364"/>
            <a:ext cx="19768044" cy="3180954"/>
            <a:chOff x="1427164" y="8265425"/>
            <a:chExt cx="19768044" cy="3180954"/>
          </a:xfrm>
          <a:noFill/>
        </p:grpSpPr>
        <p:sp>
          <p:nvSpPr>
            <p:cNvPr id="114" name="Rounded Rectangle">
              <a:extLst>
                <a:ext uri="{FF2B5EF4-FFF2-40B4-BE49-F238E27FC236}">
                  <a16:creationId xmlns:a16="http://schemas.microsoft.com/office/drawing/2014/main" id="{F981956E-7FA0-B34F-7051-9E1E160272C9}"/>
                </a:ext>
              </a:extLst>
            </p:cNvPr>
            <p:cNvSpPr/>
            <p:nvPr/>
          </p:nvSpPr>
          <p:spPr>
            <a:xfrm>
              <a:off x="1427164" y="8265425"/>
              <a:ext cx="19768044" cy="3180954"/>
            </a:xfrm>
            <a:prstGeom prst="roundRect">
              <a:avLst>
                <a:gd name="adj" fmla="val 15961"/>
              </a:avLst>
            </a:prstGeom>
            <a:grpFill/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15" name="Shape">
              <a:extLst>
                <a:ext uri="{FF2B5EF4-FFF2-40B4-BE49-F238E27FC236}">
                  <a16:creationId xmlns:a16="http://schemas.microsoft.com/office/drawing/2014/main" id="{9FACC2DB-2F57-E6E8-CAAC-9079683E1837}"/>
                </a:ext>
              </a:extLst>
            </p:cNvPr>
            <p:cNvSpPr/>
            <p:nvPr/>
          </p:nvSpPr>
          <p:spPr>
            <a:xfrm rot="2674744">
              <a:off x="3901644" y="9985724"/>
              <a:ext cx="625775" cy="597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6" h="21509" extrusionOk="0">
                  <a:moveTo>
                    <a:pt x="19524" y="15"/>
                  </a:moveTo>
                  <a:cubicBezTo>
                    <a:pt x="19186" y="-25"/>
                    <a:pt x="18845" y="13"/>
                    <a:pt x="18519" y="146"/>
                  </a:cubicBezTo>
                  <a:lnTo>
                    <a:pt x="12316" y="2217"/>
                  </a:lnTo>
                  <a:cubicBezTo>
                    <a:pt x="11643" y="2393"/>
                    <a:pt x="11118" y="2920"/>
                    <a:pt x="10930" y="3594"/>
                  </a:cubicBezTo>
                  <a:cubicBezTo>
                    <a:pt x="10731" y="4306"/>
                    <a:pt x="10942" y="5066"/>
                    <a:pt x="11479" y="5571"/>
                  </a:cubicBezTo>
                  <a:lnTo>
                    <a:pt x="12167" y="6264"/>
                  </a:lnTo>
                  <a:lnTo>
                    <a:pt x="1406" y="17104"/>
                  </a:lnTo>
                  <a:cubicBezTo>
                    <a:pt x="759" y="17756"/>
                    <a:pt x="366" y="18149"/>
                    <a:pt x="197" y="18500"/>
                  </a:cubicBezTo>
                  <a:cubicBezTo>
                    <a:pt x="-66" y="19067"/>
                    <a:pt x="-66" y="19722"/>
                    <a:pt x="197" y="20289"/>
                  </a:cubicBezTo>
                  <a:cubicBezTo>
                    <a:pt x="300" y="20513"/>
                    <a:pt x="442" y="20714"/>
                    <a:pt x="615" y="20889"/>
                  </a:cubicBezTo>
                  <a:cubicBezTo>
                    <a:pt x="789" y="21064"/>
                    <a:pt x="997" y="21206"/>
                    <a:pt x="1220" y="21310"/>
                  </a:cubicBezTo>
                  <a:cubicBezTo>
                    <a:pt x="1783" y="21575"/>
                    <a:pt x="2433" y="21575"/>
                    <a:pt x="2996" y="21310"/>
                  </a:cubicBezTo>
                  <a:cubicBezTo>
                    <a:pt x="3345" y="21140"/>
                    <a:pt x="3726" y="20754"/>
                    <a:pt x="4373" y="20102"/>
                  </a:cubicBezTo>
                  <a:lnTo>
                    <a:pt x="15143" y="9262"/>
                  </a:lnTo>
                  <a:lnTo>
                    <a:pt x="15952" y="10077"/>
                  </a:lnTo>
                  <a:cubicBezTo>
                    <a:pt x="16374" y="10492"/>
                    <a:pt x="16970" y="10685"/>
                    <a:pt x="17552" y="10593"/>
                  </a:cubicBezTo>
                  <a:cubicBezTo>
                    <a:pt x="18284" y="10476"/>
                    <a:pt x="18875" y="9942"/>
                    <a:pt x="19077" y="9225"/>
                  </a:cubicBezTo>
                  <a:lnTo>
                    <a:pt x="21226" y="2798"/>
                  </a:lnTo>
                  <a:cubicBezTo>
                    <a:pt x="21534" y="1915"/>
                    <a:pt x="21236" y="927"/>
                    <a:pt x="20482" y="381"/>
                  </a:cubicBezTo>
                  <a:cubicBezTo>
                    <a:pt x="20197" y="174"/>
                    <a:pt x="19862" y="56"/>
                    <a:pt x="19524" y="15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50801" tIns="50801" rIns="50801" bIns="50801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16" name="Rounded Rectangle">
              <a:extLst>
                <a:ext uri="{FF2B5EF4-FFF2-40B4-BE49-F238E27FC236}">
                  <a16:creationId xmlns:a16="http://schemas.microsoft.com/office/drawing/2014/main" id="{7F76C79E-8850-FC8E-C18F-BE337AB0D0EE}"/>
                </a:ext>
              </a:extLst>
            </p:cNvPr>
            <p:cNvSpPr/>
            <p:nvPr/>
          </p:nvSpPr>
          <p:spPr>
            <a:xfrm>
              <a:off x="1648321" y="9643440"/>
              <a:ext cx="2436213" cy="1231107"/>
            </a:xfrm>
            <a:prstGeom prst="roundRect">
              <a:avLst>
                <a:gd name="adj" fmla="val 30239"/>
              </a:avLst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rPr lang="ru-RU" sz="3200" dirty="0">
                  <a:solidFill>
                    <a:srgbClr val="FFFFFF">
                      <a:alpha val="0"/>
                    </a:srgb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Оценка</a:t>
              </a:r>
            </a:p>
          </p:txBody>
        </p:sp>
        <p:sp>
          <p:nvSpPr>
            <p:cNvPr id="117" name="Type text">
              <a:extLst>
                <a:ext uri="{FF2B5EF4-FFF2-40B4-BE49-F238E27FC236}">
                  <a16:creationId xmlns:a16="http://schemas.microsoft.com/office/drawing/2014/main" id="{42138518-D0F1-8240-1370-0916022EBEEC}"/>
                </a:ext>
              </a:extLst>
            </p:cNvPr>
            <p:cNvSpPr txBox="1"/>
            <p:nvPr/>
          </p:nvSpPr>
          <p:spPr>
            <a:xfrm>
              <a:off x="5855470" y="8392429"/>
              <a:ext cx="10911432" cy="1025924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defRPr sz="28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pPr algn="ctr"/>
              <a:r>
                <a:rPr lang="ru-RU" sz="6000" dirty="0">
                  <a:solidFill>
                    <a:srgbClr val="757D7D">
                      <a:alpha val="0"/>
                    </a:srgbClr>
                  </a:solidFill>
                </a:rPr>
                <a:t>Сохранение настроения</a:t>
              </a:r>
            </a:p>
          </p:txBody>
        </p:sp>
        <p:sp>
          <p:nvSpPr>
            <p:cNvPr id="118" name="Shape">
              <a:extLst>
                <a:ext uri="{FF2B5EF4-FFF2-40B4-BE49-F238E27FC236}">
                  <a16:creationId xmlns:a16="http://schemas.microsoft.com/office/drawing/2014/main" id="{D9CEF0D7-50E3-D19B-E8DB-3FE982AD6B19}"/>
                </a:ext>
              </a:extLst>
            </p:cNvPr>
            <p:cNvSpPr/>
            <p:nvPr/>
          </p:nvSpPr>
          <p:spPr>
            <a:xfrm rot="2674744">
              <a:off x="7506698" y="9977423"/>
              <a:ext cx="625775" cy="597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6" h="21509" extrusionOk="0">
                  <a:moveTo>
                    <a:pt x="19524" y="15"/>
                  </a:moveTo>
                  <a:cubicBezTo>
                    <a:pt x="19186" y="-25"/>
                    <a:pt x="18845" y="13"/>
                    <a:pt x="18519" y="146"/>
                  </a:cubicBezTo>
                  <a:lnTo>
                    <a:pt x="12316" y="2217"/>
                  </a:lnTo>
                  <a:cubicBezTo>
                    <a:pt x="11643" y="2393"/>
                    <a:pt x="11118" y="2920"/>
                    <a:pt x="10930" y="3594"/>
                  </a:cubicBezTo>
                  <a:cubicBezTo>
                    <a:pt x="10731" y="4306"/>
                    <a:pt x="10942" y="5066"/>
                    <a:pt x="11479" y="5571"/>
                  </a:cubicBezTo>
                  <a:lnTo>
                    <a:pt x="12167" y="6264"/>
                  </a:lnTo>
                  <a:lnTo>
                    <a:pt x="1406" y="17104"/>
                  </a:lnTo>
                  <a:cubicBezTo>
                    <a:pt x="759" y="17756"/>
                    <a:pt x="366" y="18149"/>
                    <a:pt x="197" y="18500"/>
                  </a:cubicBezTo>
                  <a:cubicBezTo>
                    <a:pt x="-66" y="19067"/>
                    <a:pt x="-66" y="19722"/>
                    <a:pt x="197" y="20289"/>
                  </a:cubicBezTo>
                  <a:cubicBezTo>
                    <a:pt x="300" y="20513"/>
                    <a:pt x="442" y="20714"/>
                    <a:pt x="615" y="20889"/>
                  </a:cubicBezTo>
                  <a:cubicBezTo>
                    <a:pt x="789" y="21064"/>
                    <a:pt x="997" y="21206"/>
                    <a:pt x="1220" y="21310"/>
                  </a:cubicBezTo>
                  <a:cubicBezTo>
                    <a:pt x="1783" y="21575"/>
                    <a:pt x="2433" y="21575"/>
                    <a:pt x="2996" y="21310"/>
                  </a:cubicBezTo>
                  <a:cubicBezTo>
                    <a:pt x="3345" y="21140"/>
                    <a:pt x="3726" y="20754"/>
                    <a:pt x="4373" y="20102"/>
                  </a:cubicBezTo>
                  <a:lnTo>
                    <a:pt x="15143" y="9262"/>
                  </a:lnTo>
                  <a:lnTo>
                    <a:pt x="15952" y="10077"/>
                  </a:lnTo>
                  <a:cubicBezTo>
                    <a:pt x="16374" y="10492"/>
                    <a:pt x="16970" y="10685"/>
                    <a:pt x="17552" y="10593"/>
                  </a:cubicBezTo>
                  <a:cubicBezTo>
                    <a:pt x="18284" y="10476"/>
                    <a:pt x="18875" y="9942"/>
                    <a:pt x="19077" y="9225"/>
                  </a:cubicBezTo>
                  <a:lnTo>
                    <a:pt x="21226" y="2798"/>
                  </a:lnTo>
                  <a:cubicBezTo>
                    <a:pt x="21534" y="1915"/>
                    <a:pt x="21236" y="927"/>
                    <a:pt x="20482" y="381"/>
                  </a:cubicBezTo>
                  <a:cubicBezTo>
                    <a:pt x="20197" y="174"/>
                    <a:pt x="19862" y="56"/>
                    <a:pt x="19524" y="15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50801" tIns="50801" rIns="50801" bIns="50801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19" name="Rounded Rectangle">
              <a:extLst>
                <a:ext uri="{FF2B5EF4-FFF2-40B4-BE49-F238E27FC236}">
                  <a16:creationId xmlns:a16="http://schemas.microsoft.com/office/drawing/2014/main" id="{2092542E-99A6-09FA-ADC0-D9C9D3AE52A3}"/>
                </a:ext>
              </a:extLst>
            </p:cNvPr>
            <p:cNvSpPr/>
            <p:nvPr/>
          </p:nvSpPr>
          <p:spPr>
            <a:xfrm>
              <a:off x="4646983" y="9643439"/>
              <a:ext cx="2951445" cy="1231107"/>
            </a:xfrm>
            <a:prstGeom prst="roundRect">
              <a:avLst>
                <a:gd name="adj" fmla="val 30239"/>
              </a:avLst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rPr lang="ru-RU" sz="3200" dirty="0">
                  <a:solidFill>
                    <a:srgbClr val="FFFFFF">
                      <a:alpha val="0"/>
                    </a:srgb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Проверка</a:t>
              </a:r>
            </a:p>
          </p:txBody>
        </p:sp>
        <p:sp>
          <p:nvSpPr>
            <p:cNvPr id="120" name="Shape">
              <a:extLst>
                <a:ext uri="{FF2B5EF4-FFF2-40B4-BE49-F238E27FC236}">
                  <a16:creationId xmlns:a16="http://schemas.microsoft.com/office/drawing/2014/main" id="{253BBA5E-73F1-706E-8DB3-3F7D9EC4AFFF}"/>
                </a:ext>
              </a:extLst>
            </p:cNvPr>
            <p:cNvSpPr/>
            <p:nvPr/>
          </p:nvSpPr>
          <p:spPr>
            <a:xfrm rot="2674744">
              <a:off x="10575776" y="9982939"/>
              <a:ext cx="625775" cy="597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6" h="21509" extrusionOk="0">
                  <a:moveTo>
                    <a:pt x="19524" y="15"/>
                  </a:moveTo>
                  <a:cubicBezTo>
                    <a:pt x="19186" y="-25"/>
                    <a:pt x="18845" y="13"/>
                    <a:pt x="18519" y="146"/>
                  </a:cubicBezTo>
                  <a:lnTo>
                    <a:pt x="12316" y="2217"/>
                  </a:lnTo>
                  <a:cubicBezTo>
                    <a:pt x="11643" y="2393"/>
                    <a:pt x="11118" y="2920"/>
                    <a:pt x="10930" y="3594"/>
                  </a:cubicBezTo>
                  <a:cubicBezTo>
                    <a:pt x="10731" y="4306"/>
                    <a:pt x="10942" y="5066"/>
                    <a:pt x="11479" y="5571"/>
                  </a:cubicBezTo>
                  <a:lnTo>
                    <a:pt x="12167" y="6264"/>
                  </a:lnTo>
                  <a:lnTo>
                    <a:pt x="1406" y="17104"/>
                  </a:lnTo>
                  <a:cubicBezTo>
                    <a:pt x="759" y="17756"/>
                    <a:pt x="366" y="18149"/>
                    <a:pt x="197" y="18500"/>
                  </a:cubicBezTo>
                  <a:cubicBezTo>
                    <a:pt x="-66" y="19067"/>
                    <a:pt x="-66" y="19722"/>
                    <a:pt x="197" y="20289"/>
                  </a:cubicBezTo>
                  <a:cubicBezTo>
                    <a:pt x="300" y="20513"/>
                    <a:pt x="442" y="20714"/>
                    <a:pt x="615" y="20889"/>
                  </a:cubicBezTo>
                  <a:cubicBezTo>
                    <a:pt x="789" y="21064"/>
                    <a:pt x="997" y="21206"/>
                    <a:pt x="1220" y="21310"/>
                  </a:cubicBezTo>
                  <a:cubicBezTo>
                    <a:pt x="1783" y="21575"/>
                    <a:pt x="2433" y="21575"/>
                    <a:pt x="2996" y="21310"/>
                  </a:cubicBezTo>
                  <a:cubicBezTo>
                    <a:pt x="3345" y="21140"/>
                    <a:pt x="3726" y="20754"/>
                    <a:pt x="4373" y="20102"/>
                  </a:cubicBezTo>
                  <a:lnTo>
                    <a:pt x="15143" y="9262"/>
                  </a:lnTo>
                  <a:lnTo>
                    <a:pt x="15952" y="10077"/>
                  </a:lnTo>
                  <a:cubicBezTo>
                    <a:pt x="16374" y="10492"/>
                    <a:pt x="16970" y="10685"/>
                    <a:pt x="17552" y="10593"/>
                  </a:cubicBezTo>
                  <a:cubicBezTo>
                    <a:pt x="18284" y="10476"/>
                    <a:pt x="18875" y="9942"/>
                    <a:pt x="19077" y="9225"/>
                  </a:cubicBezTo>
                  <a:lnTo>
                    <a:pt x="21226" y="2798"/>
                  </a:lnTo>
                  <a:cubicBezTo>
                    <a:pt x="21534" y="1915"/>
                    <a:pt x="21236" y="927"/>
                    <a:pt x="20482" y="381"/>
                  </a:cubicBezTo>
                  <a:cubicBezTo>
                    <a:pt x="20197" y="174"/>
                    <a:pt x="19862" y="56"/>
                    <a:pt x="19524" y="15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50801" tIns="50801" rIns="50801" bIns="50801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21" name="Rounded Rectangle">
              <a:extLst>
                <a:ext uri="{FF2B5EF4-FFF2-40B4-BE49-F238E27FC236}">
                  <a16:creationId xmlns:a16="http://schemas.microsoft.com/office/drawing/2014/main" id="{33E8B9DF-E3C7-AB30-8E40-87D071CE71FA}"/>
                </a:ext>
              </a:extLst>
            </p:cNvPr>
            <p:cNvSpPr/>
            <p:nvPr/>
          </p:nvSpPr>
          <p:spPr>
            <a:xfrm>
              <a:off x="8252037" y="9635140"/>
              <a:ext cx="2415469" cy="1231107"/>
            </a:xfrm>
            <a:prstGeom prst="roundRect">
              <a:avLst>
                <a:gd name="adj" fmla="val 30239"/>
              </a:avLst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rPr lang="ru-RU" sz="3200" dirty="0">
                  <a:solidFill>
                    <a:srgbClr val="FFFFFF">
                      <a:alpha val="0"/>
                    </a:srgb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Погода</a:t>
              </a:r>
            </a:p>
          </p:txBody>
        </p:sp>
        <p:sp>
          <p:nvSpPr>
            <p:cNvPr id="122" name="Shape">
              <a:extLst>
                <a:ext uri="{FF2B5EF4-FFF2-40B4-BE49-F238E27FC236}">
                  <a16:creationId xmlns:a16="http://schemas.microsoft.com/office/drawing/2014/main" id="{0124750F-38FE-557A-CF2F-503B25C02A7E}"/>
                </a:ext>
              </a:extLst>
            </p:cNvPr>
            <p:cNvSpPr/>
            <p:nvPr/>
          </p:nvSpPr>
          <p:spPr>
            <a:xfrm rot="2674744">
              <a:off x="13078770" y="10004414"/>
              <a:ext cx="625775" cy="597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6" h="21509" extrusionOk="0">
                  <a:moveTo>
                    <a:pt x="19524" y="15"/>
                  </a:moveTo>
                  <a:cubicBezTo>
                    <a:pt x="19186" y="-25"/>
                    <a:pt x="18845" y="13"/>
                    <a:pt x="18519" y="146"/>
                  </a:cubicBezTo>
                  <a:lnTo>
                    <a:pt x="12316" y="2217"/>
                  </a:lnTo>
                  <a:cubicBezTo>
                    <a:pt x="11643" y="2393"/>
                    <a:pt x="11118" y="2920"/>
                    <a:pt x="10930" y="3594"/>
                  </a:cubicBezTo>
                  <a:cubicBezTo>
                    <a:pt x="10731" y="4306"/>
                    <a:pt x="10942" y="5066"/>
                    <a:pt x="11479" y="5571"/>
                  </a:cubicBezTo>
                  <a:lnTo>
                    <a:pt x="12167" y="6264"/>
                  </a:lnTo>
                  <a:lnTo>
                    <a:pt x="1406" y="17104"/>
                  </a:lnTo>
                  <a:cubicBezTo>
                    <a:pt x="759" y="17756"/>
                    <a:pt x="366" y="18149"/>
                    <a:pt x="197" y="18500"/>
                  </a:cubicBezTo>
                  <a:cubicBezTo>
                    <a:pt x="-66" y="19067"/>
                    <a:pt x="-66" y="19722"/>
                    <a:pt x="197" y="20289"/>
                  </a:cubicBezTo>
                  <a:cubicBezTo>
                    <a:pt x="300" y="20513"/>
                    <a:pt x="442" y="20714"/>
                    <a:pt x="615" y="20889"/>
                  </a:cubicBezTo>
                  <a:cubicBezTo>
                    <a:pt x="789" y="21064"/>
                    <a:pt x="997" y="21206"/>
                    <a:pt x="1220" y="21310"/>
                  </a:cubicBezTo>
                  <a:cubicBezTo>
                    <a:pt x="1783" y="21575"/>
                    <a:pt x="2433" y="21575"/>
                    <a:pt x="2996" y="21310"/>
                  </a:cubicBezTo>
                  <a:cubicBezTo>
                    <a:pt x="3345" y="21140"/>
                    <a:pt x="3726" y="20754"/>
                    <a:pt x="4373" y="20102"/>
                  </a:cubicBezTo>
                  <a:lnTo>
                    <a:pt x="15143" y="9262"/>
                  </a:lnTo>
                  <a:lnTo>
                    <a:pt x="15952" y="10077"/>
                  </a:lnTo>
                  <a:cubicBezTo>
                    <a:pt x="16374" y="10492"/>
                    <a:pt x="16970" y="10685"/>
                    <a:pt x="17552" y="10593"/>
                  </a:cubicBezTo>
                  <a:cubicBezTo>
                    <a:pt x="18284" y="10476"/>
                    <a:pt x="18875" y="9942"/>
                    <a:pt x="19077" y="9225"/>
                  </a:cubicBezTo>
                  <a:lnTo>
                    <a:pt x="21226" y="2798"/>
                  </a:lnTo>
                  <a:cubicBezTo>
                    <a:pt x="21534" y="1915"/>
                    <a:pt x="21236" y="927"/>
                    <a:pt x="20482" y="381"/>
                  </a:cubicBezTo>
                  <a:cubicBezTo>
                    <a:pt x="20197" y="174"/>
                    <a:pt x="19862" y="56"/>
                    <a:pt x="19524" y="15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50801" tIns="50801" rIns="50801" bIns="50801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23" name="Rounded Rectangle">
              <a:extLst>
                <a:ext uri="{FF2B5EF4-FFF2-40B4-BE49-F238E27FC236}">
                  <a16:creationId xmlns:a16="http://schemas.microsoft.com/office/drawing/2014/main" id="{DA4A0B9F-6643-2D35-737B-F60466235341}"/>
                </a:ext>
              </a:extLst>
            </p:cNvPr>
            <p:cNvSpPr/>
            <p:nvPr/>
          </p:nvSpPr>
          <p:spPr>
            <a:xfrm>
              <a:off x="11321116" y="9635141"/>
              <a:ext cx="1899092" cy="1231107"/>
            </a:xfrm>
            <a:prstGeom prst="roundRect">
              <a:avLst>
                <a:gd name="adj" fmla="val 30239"/>
              </a:avLst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rPr lang="en-US" sz="3200" dirty="0">
                  <a:solidFill>
                    <a:srgbClr val="FFFFFF">
                      <a:alpha val="0"/>
                    </a:srgb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Entity</a:t>
              </a:r>
              <a:endParaRPr lang="ru-RU"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24" name="Shape">
              <a:extLst>
                <a:ext uri="{FF2B5EF4-FFF2-40B4-BE49-F238E27FC236}">
                  <a16:creationId xmlns:a16="http://schemas.microsoft.com/office/drawing/2014/main" id="{31458CD0-B011-D188-EDCC-D25DE7820611}"/>
                </a:ext>
              </a:extLst>
            </p:cNvPr>
            <p:cNvSpPr/>
            <p:nvPr/>
          </p:nvSpPr>
          <p:spPr>
            <a:xfrm rot="2674744">
              <a:off x="15808567" y="10004414"/>
              <a:ext cx="625775" cy="597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6" h="21509" extrusionOk="0">
                  <a:moveTo>
                    <a:pt x="19524" y="15"/>
                  </a:moveTo>
                  <a:cubicBezTo>
                    <a:pt x="19186" y="-25"/>
                    <a:pt x="18845" y="13"/>
                    <a:pt x="18519" y="146"/>
                  </a:cubicBezTo>
                  <a:lnTo>
                    <a:pt x="12316" y="2217"/>
                  </a:lnTo>
                  <a:cubicBezTo>
                    <a:pt x="11643" y="2393"/>
                    <a:pt x="11118" y="2920"/>
                    <a:pt x="10930" y="3594"/>
                  </a:cubicBezTo>
                  <a:cubicBezTo>
                    <a:pt x="10731" y="4306"/>
                    <a:pt x="10942" y="5066"/>
                    <a:pt x="11479" y="5571"/>
                  </a:cubicBezTo>
                  <a:lnTo>
                    <a:pt x="12167" y="6264"/>
                  </a:lnTo>
                  <a:lnTo>
                    <a:pt x="1406" y="17104"/>
                  </a:lnTo>
                  <a:cubicBezTo>
                    <a:pt x="759" y="17756"/>
                    <a:pt x="366" y="18149"/>
                    <a:pt x="197" y="18500"/>
                  </a:cubicBezTo>
                  <a:cubicBezTo>
                    <a:pt x="-66" y="19067"/>
                    <a:pt x="-66" y="19722"/>
                    <a:pt x="197" y="20289"/>
                  </a:cubicBezTo>
                  <a:cubicBezTo>
                    <a:pt x="300" y="20513"/>
                    <a:pt x="442" y="20714"/>
                    <a:pt x="615" y="20889"/>
                  </a:cubicBezTo>
                  <a:cubicBezTo>
                    <a:pt x="789" y="21064"/>
                    <a:pt x="997" y="21206"/>
                    <a:pt x="1220" y="21310"/>
                  </a:cubicBezTo>
                  <a:cubicBezTo>
                    <a:pt x="1783" y="21575"/>
                    <a:pt x="2433" y="21575"/>
                    <a:pt x="2996" y="21310"/>
                  </a:cubicBezTo>
                  <a:cubicBezTo>
                    <a:pt x="3345" y="21140"/>
                    <a:pt x="3726" y="20754"/>
                    <a:pt x="4373" y="20102"/>
                  </a:cubicBezTo>
                  <a:lnTo>
                    <a:pt x="15143" y="9262"/>
                  </a:lnTo>
                  <a:lnTo>
                    <a:pt x="15952" y="10077"/>
                  </a:lnTo>
                  <a:cubicBezTo>
                    <a:pt x="16374" y="10492"/>
                    <a:pt x="16970" y="10685"/>
                    <a:pt x="17552" y="10593"/>
                  </a:cubicBezTo>
                  <a:cubicBezTo>
                    <a:pt x="18284" y="10476"/>
                    <a:pt x="18875" y="9942"/>
                    <a:pt x="19077" y="9225"/>
                  </a:cubicBezTo>
                  <a:lnTo>
                    <a:pt x="21226" y="2798"/>
                  </a:lnTo>
                  <a:cubicBezTo>
                    <a:pt x="21534" y="1915"/>
                    <a:pt x="21236" y="927"/>
                    <a:pt x="20482" y="381"/>
                  </a:cubicBezTo>
                  <a:cubicBezTo>
                    <a:pt x="20197" y="174"/>
                    <a:pt x="19862" y="56"/>
                    <a:pt x="19524" y="15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50801" tIns="50801" rIns="50801" bIns="50801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25" name="Rounded Rectangle">
              <a:extLst>
                <a:ext uri="{FF2B5EF4-FFF2-40B4-BE49-F238E27FC236}">
                  <a16:creationId xmlns:a16="http://schemas.microsoft.com/office/drawing/2014/main" id="{7537A298-31B9-01B3-F7BA-C0A9E3795372}"/>
                </a:ext>
              </a:extLst>
            </p:cNvPr>
            <p:cNvSpPr/>
            <p:nvPr/>
          </p:nvSpPr>
          <p:spPr>
            <a:xfrm>
              <a:off x="16553907" y="9656615"/>
              <a:ext cx="4264728" cy="1231107"/>
            </a:xfrm>
            <a:prstGeom prst="roundRect">
              <a:avLst>
                <a:gd name="adj" fmla="val 30239"/>
              </a:avLst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rPr lang="ru-RU" sz="3200" dirty="0">
                  <a:solidFill>
                    <a:srgbClr val="FFFFFF">
                      <a:alpha val="0"/>
                    </a:srgb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Синхронизация</a:t>
              </a:r>
            </a:p>
          </p:txBody>
        </p:sp>
        <p:sp>
          <p:nvSpPr>
            <p:cNvPr id="126" name="Rounded Rectangle">
              <a:extLst>
                <a:ext uri="{FF2B5EF4-FFF2-40B4-BE49-F238E27FC236}">
                  <a16:creationId xmlns:a16="http://schemas.microsoft.com/office/drawing/2014/main" id="{28AE8E6D-A37C-2395-FB66-AEA521E09F77}"/>
                </a:ext>
              </a:extLst>
            </p:cNvPr>
            <p:cNvSpPr/>
            <p:nvPr/>
          </p:nvSpPr>
          <p:spPr>
            <a:xfrm>
              <a:off x="13824110" y="9656615"/>
              <a:ext cx="2084599" cy="1231107"/>
            </a:xfrm>
            <a:prstGeom prst="roundRect">
              <a:avLst>
                <a:gd name="adj" fmla="val 30239"/>
              </a:avLst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rPr lang="en-US" sz="3200" dirty="0">
                  <a:solidFill>
                    <a:srgbClr val="FFFFFF">
                      <a:alpha val="0"/>
                    </a:srgb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Room</a:t>
              </a:r>
              <a:endParaRPr lang="ru-RU" sz="3200" dirty="0">
                <a:solidFill>
                  <a:srgbClr val="FFFFFF">
                    <a:alpha val="0"/>
                  </a:srgb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</p:grpSp>
      <p:pic>
        <p:nvPicPr>
          <p:cNvPr id="11" name="Видео приложения">
            <a:hlinkClick r:id="" action="ppaction://media"/>
            <a:extLst>
              <a:ext uri="{FF2B5EF4-FFF2-40B4-BE49-F238E27FC236}">
                <a16:creationId xmlns:a16="http://schemas.microsoft.com/office/drawing/2014/main" id="{1C643DF5-9C18-151B-9209-C743C5423BB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540880" y="1503154"/>
            <a:ext cx="4819362" cy="10709692"/>
          </a:xfrm>
          <a:prstGeom prst="rect">
            <a:avLst/>
          </a:prstGeom>
        </p:spPr>
      </p:pic>
      <p:grpSp>
        <p:nvGrpSpPr>
          <p:cNvPr id="3" name="Группа">
            <a:extLst>
              <a:ext uri="{FF2B5EF4-FFF2-40B4-BE49-F238E27FC236}">
                <a16:creationId xmlns:a16="http://schemas.microsoft.com/office/drawing/2014/main" id="{2CE048DE-6CDB-2BEB-0BE7-0606851798D5}"/>
              </a:ext>
            </a:extLst>
          </p:cNvPr>
          <p:cNvGrpSpPr/>
          <p:nvPr/>
        </p:nvGrpSpPr>
        <p:grpSpPr>
          <a:xfrm>
            <a:off x="12165733" y="1201417"/>
            <a:ext cx="5580608" cy="11298333"/>
            <a:chOff x="0" y="0"/>
            <a:chExt cx="4978403" cy="9921583"/>
          </a:xfrm>
        </p:grpSpPr>
        <p:sp>
          <p:nvSpPr>
            <p:cNvPr id="4" name="Фигура">
              <a:extLst>
                <a:ext uri="{FF2B5EF4-FFF2-40B4-BE49-F238E27FC236}">
                  <a16:creationId xmlns:a16="http://schemas.microsoft.com/office/drawing/2014/main" id="{9EE3C103-8FF6-9605-7B38-C9002025770E}"/>
                </a:ext>
              </a:extLst>
            </p:cNvPr>
            <p:cNvSpPr/>
            <p:nvPr/>
          </p:nvSpPr>
          <p:spPr>
            <a:xfrm>
              <a:off x="4898545" y="2321681"/>
              <a:ext cx="79858" cy="11046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2" h="21596" extrusionOk="0">
                  <a:moveTo>
                    <a:pt x="0" y="0"/>
                  </a:moveTo>
                  <a:lnTo>
                    <a:pt x="0" y="21596"/>
                  </a:lnTo>
                  <a:lnTo>
                    <a:pt x="9420" y="21596"/>
                  </a:lnTo>
                  <a:cubicBezTo>
                    <a:pt x="12945" y="21596"/>
                    <a:pt x="14707" y="21598"/>
                    <a:pt x="16579" y="21555"/>
                  </a:cubicBezTo>
                  <a:cubicBezTo>
                    <a:pt x="18628" y="21501"/>
                    <a:pt x="20261" y="21383"/>
                    <a:pt x="21007" y="21235"/>
                  </a:cubicBezTo>
                  <a:cubicBezTo>
                    <a:pt x="21600" y="21099"/>
                    <a:pt x="21572" y="20968"/>
                    <a:pt x="21572" y="20717"/>
                  </a:cubicBezTo>
                  <a:lnTo>
                    <a:pt x="21572" y="879"/>
                  </a:lnTo>
                  <a:cubicBezTo>
                    <a:pt x="21572" y="624"/>
                    <a:pt x="21600" y="497"/>
                    <a:pt x="21007" y="361"/>
                  </a:cubicBezTo>
                  <a:cubicBezTo>
                    <a:pt x="20261" y="213"/>
                    <a:pt x="18628" y="95"/>
                    <a:pt x="16579" y="41"/>
                  </a:cubicBezTo>
                  <a:cubicBezTo>
                    <a:pt x="14707" y="-2"/>
                    <a:pt x="12986" y="0"/>
                    <a:pt x="951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19191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l">
                <a:defRPr sz="3200" b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Фигура">
              <a:extLst>
                <a:ext uri="{FF2B5EF4-FFF2-40B4-BE49-F238E27FC236}">
                  <a16:creationId xmlns:a16="http://schemas.microsoft.com/office/drawing/2014/main" id="{FA81E00E-0E22-4058-B5DE-51AD318126E9}"/>
                </a:ext>
              </a:extLst>
            </p:cNvPr>
            <p:cNvSpPr/>
            <p:nvPr/>
          </p:nvSpPr>
          <p:spPr>
            <a:xfrm>
              <a:off x="-1" y="1358223"/>
              <a:ext cx="78110" cy="2314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1" h="21600" extrusionOk="0">
                  <a:moveTo>
                    <a:pt x="12326" y="0"/>
                  </a:moveTo>
                  <a:cubicBezTo>
                    <a:pt x="8816" y="0"/>
                    <a:pt x="6993" y="3"/>
                    <a:pt x="5104" y="23"/>
                  </a:cubicBezTo>
                  <a:cubicBezTo>
                    <a:pt x="3009" y="49"/>
                    <a:pt x="1340" y="102"/>
                    <a:pt x="577" y="172"/>
                  </a:cubicBezTo>
                  <a:cubicBezTo>
                    <a:pt x="-29" y="237"/>
                    <a:pt x="0" y="300"/>
                    <a:pt x="0" y="420"/>
                  </a:cubicBezTo>
                  <a:lnTo>
                    <a:pt x="0" y="3023"/>
                  </a:lnTo>
                  <a:cubicBezTo>
                    <a:pt x="0" y="3145"/>
                    <a:pt x="-29" y="3206"/>
                    <a:pt x="577" y="3270"/>
                  </a:cubicBezTo>
                  <a:cubicBezTo>
                    <a:pt x="1340" y="3341"/>
                    <a:pt x="3009" y="3394"/>
                    <a:pt x="5104" y="3420"/>
                  </a:cubicBezTo>
                  <a:cubicBezTo>
                    <a:pt x="7018" y="3440"/>
                    <a:pt x="8778" y="3443"/>
                    <a:pt x="12326" y="3443"/>
                  </a:cubicBezTo>
                  <a:lnTo>
                    <a:pt x="21571" y="3443"/>
                  </a:lnTo>
                  <a:lnTo>
                    <a:pt x="21571" y="0"/>
                  </a:lnTo>
                  <a:lnTo>
                    <a:pt x="12326" y="0"/>
                  </a:lnTo>
                  <a:close/>
                  <a:moveTo>
                    <a:pt x="12326" y="6632"/>
                  </a:moveTo>
                  <a:cubicBezTo>
                    <a:pt x="8816" y="6632"/>
                    <a:pt x="6993" y="6631"/>
                    <a:pt x="5104" y="6651"/>
                  </a:cubicBezTo>
                  <a:cubicBezTo>
                    <a:pt x="3009" y="6677"/>
                    <a:pt x="1340" y="6733"/>
                    <a:pt x="577" y="6804"/>
                  </a:cubicBezTo>
                  <a:cubicBezTo>
                    <a:pt x="-29" y="6869"/>
                    <a:pt x="0" y="6928"/>
                    <a:pt x="0" y="7048"/>
                  </a:cubicBezTo>
                  <a:lnTo>
                    <a:pt x="0" y="12814"/>
                  </a:lnTo>
                  <a:cubicBezTo>
                    <a:pt x="0" y="12936"/>
                    <a:pt x="-29" y="12997"/>
                    <a:pt x="577" y="13062"/>
                  </a:cubicBezTo>
                  <a:cubicBezTo>
                    <a:pt x="1340" y="13132"/>
                    <a:pt x="3009" y="13189"/>
                    <a:pt x="5104" y="13214"/>
                  </a:cubicBezTo>
                  <a:cubicBezTo>
                    <a:pt x="7018" y="13235"/>
                    <a:pt x="8778" y="13234"/>
                    <a:pt x="12326" y="13234"/>
                  </a:cubicBezTo>
                  <a:lnTo>
                    <a:pt x="21571" y="13234"/>
                  </a:lnTo>
                  <a:lnTo>
                    <a:pt x="21571" y="6632"/>
                  </a:lnTo>
                  <a:lnTo>
                    <a:pt x="12326" y="6632"/>
                  </a:lnTo>
                  <a:close/>
                  <a:moveTo>
                    <a:pt x="12326" y="14994"/>
                  </a:moveTo>
                  <a:cubicBezTo>
                    <a:pt x="8816" y="14994"/>
                    <a:pt x="6993" y="14997"/>
                    <a:pt x="5104" y="15017"/>
                  </a:cubicBezTo>
                  <a:cubicBezTo>
                    <a:pt x="3009" y="15043"/>
                    <a:pt x="1340" y="15096"/>
                    <a:pt x="577" y="15167"/>
                  </a:cubicBezTo>
                  <a:cubicBezTo>
                    <a:pt x="-29" y="15232"/>
                    <a:pt x="0" y="15294"/>
                    <a:pt x="0" y="15414"/>
                  </a:cubicBezTo>
                  <a:lnTo>
                    <a:pt x="0" y="21180"/>
                  </a:lnTo>
                  <a:cubicBezTo>
                    <a:pt x="0" y="21302"/>
                    <a:pt x="-29" y="21363"/>
                    <a:pt x="577" y="21428"/>
                  </a:cubicBezTo>
                  <a:cubicBezTo>
                    <a:pt x="1340" y="21498"/>
                    <a:pt x="3009" y="21551"/>
                    <a:pt x="5104" y="21577"/>
                  </a:cubicBezTo>
                  <a:cubicBezTo>
                    <a:pt x="7018" y="21598"/>
                    <a:pt x="8778" y="21600"/>
                    <a:pt x="12326" y="21600"/>
                  </a:cubicBezTo>
                  <a:lnTo>
                    <a:pt x="21571" y="21600"/>
                  </a:lnTo>
                  <a:lnTo>
                    <a:pt x="21571" y="14994"/>
                  </a:lnTo>
                  <a:lnTo>
                    <a:pt x="12326" y="14994"/>
                  </a:lnTo>
                  <a:close/>
                </a:path>
              </a:pathLst>
            </a:custGeom>
            <a:solidFill>
              <a:srgbClr val="919191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l">
                <a:defRPr sz="3200" b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Фигура">
              <a:extLst>
                <a:ext uri="{FF2B5EF4-FFF2-40B4-BE49-F238E27FC236}">
                  <a16:creationId xmlns:a16="http://schemas.microsoft.com/office/drawing/2014/main" id="{7484888D-CD82-217B-B27F-AF802AE02009}"/>
                </a:ext>
              </a:extLst>
            </p:cNvPr>
            <p:cNvSpPr/>
            <p:nvPr/>
          </p:nvSpPr>
          <p:spPr>
            <a:xfrm>
              <a:off x="40475" y="0"/>
              <a:ext cx="4895762" cy="99215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62" y="0"/>
                  </a:moveTo>
                  <a:cubicBezTo>
                    <a:pt x="3463" y="0"/>
                    <a:pt x="2756" y="1"/>
                    <a:pt x="2009" y="118"/>
                  </a:cubicBezTo>
                  <a:cubicBezTo>
                    <a:pt x="1186" y="265"/>
                    <a:pt x="538" y="585"/>
                    <a:pt x="238" y="991"/>
                  </a:cubicBezTo>
                  <a:cubicBezTo>
                    <a:pt x="0" y="1362"/>
                    <a:pt x="0" y="1711"/>
                    <a:pt x="0" y="2399"/>
                  </a:cubicBezTo>
                  <a:lnTo>
                    <a:pt x="0" y="19190"/>
                  </a:lnTo>
                  <a:cubicBezTo>
                    <a:pt x="0" y="19888"/>
                    <a:pt x="0" y="20238"/>
                    <a:pt x="238" y="20609"/>
                  </a:cubicBezTo>
                  <a:cubicBezTo>
                    <a:pt x="538" y="21015"/>
                    <a:pt x="1186" y="21335"/>
                    <a:pt x="2009" y="21482"/>
                  </a:cubicBezTo>
                  <a:cubicBezTo>
                    <a:pt x="2761" y="21600"/>
                    <a:pt x="3468" y="21600"/>
                    <a:pt x="4862" y="21600"/>
                  </a:cubicBezTo>
                  <a:lnTo>
                    <a:pt x="16717" y="21600"/>
                  </a:lnTo>
                  <a:cubicBezTo>
                    <a:pt x="18133" y="21600"/>
                    <a:pt x="18840" y="21600"/>
                    <a:pt x="19592" y="21482"/>
                  </a:cubicBezTo>
                  <a:cubicBezTo>
                    <a:pt x="20415" y="21335"/>
                    <a:pt x="21062" y="21015"/>
                    <a:pt x="21362" y="20609"/>
                  </a:cubicBezTo>
                  <a:cubicBezTo>
                    <a:pt x="21600" y="20238"/>
                    <a:pt x="21600" y="19888"/>
                    <a:pt x="21600" y="19200"/>
                  </a:cubicBezTo>
                  <a:lnTo>
                    <a:pt x="21600" y="2410"/>
                  </a:lnTo>
                  <a:cubicBezTo>
                    <a:pt x="21600" y="1711"/>
                    <a:pt x="21600" y="1362"/>
                    <a:pt x="21362" y="991"/>
                  </a:cubicBezTo>
                  <a:cubicBezTo>
                    <a:pt x="21062" y="585"/>
                    <a:pt x="20415" y="265"/>
                    <a:pt x="19592" y="118"/>
                  </a:cubicBezTo>
                  <a:cubicBezTo>
                    <a:pt x="18840" y="0"/>
                    <a:pt x="18132" y="0"/>
                    <a:pt x="16738" y="0"/>
                  </a:cubicBezTo>
                  <a:lnTo>
                    <a:pt x="4862" y="0"/>
                  </a:lnTo>
                  <a:close/>
                  <a:moveTo>
                    <a:pt x="4609" y="377"/>
                  </a:moveTo>
                  <a:lnTo>
                    <a:pt x="16991" y="377"/>
                  </a:lnTo>
                  <a:cubicBezTo>
                    <a:pt x="18073" y="377"/>
                    <a:pt x="18624" y="376"/>
                    <a:pt x="19208" y="468"/>
                  </a:cubicBezTo>
                  <a:cubicBezTo>
                    <a:pt x="19847" y="582"/>
                    <a:pt x="20351" y="831"/>
                    <a:pt x="20583" y="1146"/>
                  </a:cubicBezTo>
                  <a:cubicBezTo>
                    <a:pt x="20768" y="1434"/>
                    <a:pt x="20768" y="1706"/>
                    <a:pt x="20768" y="2249"/>
                  </a:cubicBezTo>
                  <a:lnTo>
                    <a:pt x="20768" y="19359"/>
                  </a:lnTo>
                  <a:cubicBezTo>
                    <a:pt x="20768" y="19893"/>
                    <a:pt x="20768" y="20165"/>
                    <a:pt x="20583" y="20453"/>
                  </a:cubicBezTo>
                  <a:cubicBezTo>
                    <a:pt x="20351" y="20768"/>
                    <a:pt x="19847" y="21017"/>
                    <a:pt x="19208" y="21132"/>
                  </a:cubicBezTo>
                  <a:cubicBezTo>
                    <a:pt x="18624" y="21223"/>
                    <a:pt x="18073" y="21223"/>
                    <a:pt x="16974" y="21223"/>
                  </a:cubicBezTo>
                  <a:lnTo>
                    <a:pt x="4609" y="21223"/>
                  </a:lnTo>
                  <a:cubicBezTo>
                    <a:pt x="3527" y="21223"/>
                    <a:pt x="2976" y="21223"/>
                    <a:pt x="2392" y="21132"/>
                  </a:cubicBezTo>
                  <a:cubicBezTo>
                    <a:pt x="1753" y="21017"/>
                    <a:pt x="1251" y="20768"/>
                    <a:pt x="1018" y="20453"/>
                  </a:cubicBezTo>
                  <a:cubicBezTo>
                    <a:pt x="833" y="20165"/>
                    <a:pt x="832" y="19893"/>
                    <a:pt x="832" y="19351"/>
                  </a:cubicBezTo>
                  <a:lnTo>
                    <a:pt x="832" y="2240"/>
                  </a:lnTo>
                  <a:cubicBezTo>
                    <a:pt x="832" y="1706"/>
                    <a:pt x="833" y="1434"/>
                    <a:pt x="1018" y="1146"/>
                  </a:cubicBezTo>
                  <a:cubicBezTo>
                    <a:pt x="1251" y="831"/>
                    <a:pt x="1753" y="582"/>
                    <a:pt x="2392" y="468"/>
                  </a:cubicBezTo>
                  <a:cubicBezTo>
                    <a:pt x="2973" y="377"/>
                    <a:pt x="3522" y="377"/>
                    <a:pt x="4609" y="377"/>
                  </a:cubicBezTo>
                  <a:close/>
                </a:path>
              </a:pathLst>
            </a:custGeom>
            <a:solidFill>
              <a:srgbClr val="414041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l">
                <a:defRPr sz="3200" b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Фигура">
              <a:extLst>
                <a:ext uri="{FF2B5EF4-FFF2-40B4-BE49-F238E27FC236}">
                  <a16:creationId xmlns:a16="http://schemas.microsoft.com/office/drawing/2014/main" id="{0BD0D1E3-24DC-7C5E-076A-4BF6C09367F3}"/>
                </a:ext>
              </a:extLst>
            </p:cNvPr>
            <p:cNvSpPr/>
            <p:nvPr/>
          </p:nvSpPr>
          <p:spPr>
            <a:xfrm>
              <a:off x="114776" y="74610"/>
              <a:ext cx="4747435" cy="97719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78" y="0"/>
                  </a:moveTo>
                  <a:cubicBezTo>
                    <a:pt x="3189" y="0"/>
                    <a:pt x="2539" y="1"/>
                    <a:pt x="1850" y="107"/>
                  </a:cubicBezTo>
                  <a:cubicBezTo>
                    <a:pt x="1093" y="241"/>
                    <a:pt x="495" y="531"/>
                    <a:pt x="219" y="899"/>
                  </a:cubicBezTo>
                  <a:cubicBezTo>
                    <a:pt x="0" y="1235"/>
                    <a:pt x="0" y="1552"/>
                    <a:pt x="0" y="2175"/>
                  </a:cubicBezTo>
                  <a:lnTo>
                    <a:pt x="0" y="19415"/>
                  </a:lnTo>
                  <a:cubicBezTo>
                    <a:pt x="0" y="20049"/>
                    <a:pt x="0" y="20365"/>
                    <a:pt x="219" y="20701"/>
                  </a:cubicBezTo>
                  <a:cubicBezTo>
                    <a:pt x="495" y="21069"/>
                    <a:pt x="1093" y="21359"/>
                    <a:pt x="1850" y="21493"/>
                  </a:cubicBezTo>
                  <a:cubicBezTo>
                    <a:pt x="2543" y="21600"/>
                    <a:pt x="3194" y="21600"/>
                    <a:pt x="4478" y="21600"/>
                  </a:cubicBezTo>
                  <a:lnTo>
                    <a:pt x="17103" y="21600"/>
                  </a:lnTo>
                  <a:cubicBezTo>
                    <a:pt x="18407" y="21600"/>
                    <a:pt x="19057" y="21600"/>
                    <a:pt x="19750" y="21493"/>
                  </a:cubicBezTo>
                  <a:cubicBezTo>
                    <a:pt x="20507" y="21359"/>
                    <a:pt x="21105" y="21069"/>
                    <a:pt x="21381" y="20701"/>
                  </a:cubicBezTo>
                  <a:cubicBezTo>
                    <a:pt x="21600" y="20365"/>
                    <a:pt x="21600" y="20048"/>
                    <a:pt x="21600" y="19425"/>
                  </a:cubicBezTo>
                  <a:lnTo>
                    <a:pt x="21600" y="2185"/>
                  </a:lnTo>
                  <a:cubicBezTo>
                    <a:pt x="21600" y="1551"/>
                    <a:pt x="21600" y="1235"/>
                    <a:pt x="21381" y="899"/>
                  </a:cubicBezTo>
                  <a:cubicBezTo>
                    <a:pt x="21105" y="531"/>
                    <a:pt x="20507" y="241"/>
                    <a:pt x="19750" y="107"/>
                  </a:cubicBezTo>
                  <a:cubicBezTo>
                    <a:pt x="19057" y="0"/>
                    <a:pt x="18406" y="0"/>
                    <a:pt x="17122" y="0"/>
                  </a:cubicBezTo>
                  <a:lnTo>
                    <a:pt x="4478" y="0"/>
                  </a:lnTo>
                  <a:close/>
                  <a:moveTo>
                    <a:pt x="4068" y="499"/>
                  </a:moveTo>
                  <a:lnTo>
                    <a:pt x="5025" y="499"/>
                  </a:lnTo>
                  <a:cubicBezTo>
                    <a:pt x="5096" y="503"/>
                    <a:pt x="5163" y="515"/>
                    <a:pt x="5212" y="541"/>
                  </a:cubicBezTo>
                  <a:cubicBezTo>
                    <a:pt x="5257" y="565"/>
                    <a:pt x="5280" y="596"/>
                    <a:pt x="5285" y="628"/>
                  </a:cubicBezTo>
                  <a:cubicBezTo>
                    <a:pt x="5292" y="675"/>
                    <a:pt x="5300" y="719"/>
                    <a:pt x="5312" y="761"/>
                  </a:cubicBezTo>
                  <a:cubicBezTo>
                    <a:pt x="5325" y="807"/>
                    <a:pt x="5343" y="851"/>
                    <a:pt x="5369" y="893"/>
                  </a:cubicBezTo>
                  <a:cubicBezTo>
                    <a:pt x="5426" y="969"/>
                    <a:pt x="5516" y="1037"/>
                    <a:pt x="5631" y="1092"/>
                  </a:cubicBezTo>
                  <a:cubicBezTo>
                    <a:pt x="5746" y="1148"/>
                    <a:pt x="5886" y="1192"/>
                    <a:pt x="6042" y="1220"/>
                  </a:cubicBezTo>
                  <a:cubicBezTo>
                    <a:pt x="6185" y="1242"/>
                    <a:pt x="6324" y="1253"/>
                    <a:pt x="6494" y="1258"/>
                  </a:cubicBezTo>
                  <a:cubicBezTo>
                    <a:pt x="6664" y="1264"/>
                    <a:pt x="6866" y="1263"/>
                    <a:pt x="7135" y="1263"/>
                  </a:cubicBezTo>
                  <a:lnTo>
                    <a:pt x="14440" y="1263"/>
                  </a:lnTo>
                  <a:cubicBezTo>
                    <a:pt x="14708" y="1263"/>
                    <a:pt x="14910" y="1264"/>
                    <a:pt x="15080" y="1258"/>
                  </a:cubicBezTo>
                  <a:cubicBezTo>
                    <a:pt x="15251" y="1253"/>
                    <a:pt x="15390" y="1242"/>
                    <a:pt x="15533" y="1220"/>
                  </a:cubicBezTo>
                  <a:cubicBezTo>
                    <a:pt x="15689" y="1192"/>
                    <a:pt x="15829" y="1148"/>
                    <a:pt x="15944" y="1092"/>
                  </a:cubicBezTo>
                  <a:cubicBezTo>
                    <a:pt x="16058" y="1037"/>
                    <a:pt x="16148" y="969"/>
                    <a:pt x="16205" y="893"/>
                  </a:cubicBezTo>
                  <a:cubicBezTo>
                    <a:pt x="16232" y="851"/>
                    <a:pt x="16249" y="807"/>
                    <a:pt x="16262" y="761"/>
                  </a:cubicBezTo>
                  <a:cubicBezTo>
                    <a:pt x="16274" y="719"/>
                    <a:pt x="16282" y="675"/>
                    <a:pt x="16289" y="628"/>
                  </a:cubicBezTo>
                  <a:cubicBezTo>
                    <a:pt x="16294" y="596"/>
                    <a:pt x="16318" y="565"/>
                    <a:pt x="16362" y="541"/>
                  </a:cubicBezTo>
                  <a:cubicBezTo>
                    <a:pt x="16412" y="515"/>
                    <a:pt x="16480" y="503"/>
                    <a:pt x="16551" y="499"/>
                  </a:cubicBezTo>
                  <a:lnTo>
                    <a:pt x="17532" y="499"/>
                  </a:lnTo>
                  <a:cubicBezTo>
                    <a:pt x="18404" y="499"/>
                    <a:pt x="18846" y="499"/>
                    <a:pt x="19317" y="571"/>
                  </a:cubicBezTo>
                  <a:cubicBezTo>
                    <a:pt x="19831" y="662"/>
                    <a:pt x="20237" y="859"/>
                    <a:pt x="20424" y="1109"/>
                  </a:cubicBezTo>
                  <a:cubicBezTo>
                    <a:pt x="20573" y="1338"/>
                    <a:pt x="20573" y="1553"/>
                    <a:pt x="20573" y="1983"/>
                  </a:cubicBezTo>
                  <a:lnTo>
                    <a:pt x="20573" y="19623"/>
                  </a:lnTo>
                  <a:cubicBezTo>
                    <a:pt x="20573" y="20046"/>
                    <a:pt x="20573" y="20262"/>
                    <a:pt x="20424" y="20491"/>
                  </a:cubicBezTo>
                  <a:cubicBezTo>
                    <a:pt x="20237" y="20741"/>
                    <a:pt x="19831" y="20938"/>
                    <a:pt x="19317" y="21029"/>
                  </a:cubicBezTo>
                  <a:cubicBezTo>
                    <a:pt x="18846" y="21101"/>
                    <a:pt x="18403" y="21101"/>
                    <a:pt x="17517" y="21101"/>
                  </a:cubicBezTo>
                  <a:lnTo>
                    <a:pt x="4068" y="21101"/>
                  </a:lnTo>
                  <a:cubicBezTo>
                    <a:pt x="3196" y="21101"/>
                    <a:pt x="2754" y="21101"/>
                    <a:pt x="2283" y="21029"/>
                  </a:cubicBezTo>
                  <a:cubicBezTo>
                    <a:pt x="1769" y="20938"/>
                    <a:pt x="1363" y="20741"/>
                    <a:pt x="1176" y="20491"/>
                  </a:cubicBezTo>
                  <a:cubicBezTo>
                    <a:pt x="1027" y="20262"/>
                    <a:pt x="1027" y="20047"/>
                    <a:pt x="1027" y="19617"/>
                  </a:cubicBezTo>
                  <a:lnTo>
                    <a:pt x="1027" y="1977"/>
                  </a:lnTo>
                  <a:cubicBezTo>
                    <a:pt x="1027" y="1554"/>
                    <a:pt x="1027" y="1338"/>
                    <a:pt x="1176" y="1109"/>
                  </a:cubicBezTo>
                  <a:cubicBezTo>
                    <a:pt x="1363" y="859"/>
                    <a:pt x="1769" y="662"/>
                    <a:pt x="2283" y="571"/>
                  </a:cubicBezTo>
                  <a:cubicBezTo>
                    <a:pt x="2751" y="499"/>
                    <a:pt x="3195" y="499"/>
                    <a:pt x="4068" y="499"/>
                  </a:cubicBezTo>
                  <a:close/>
                </a:path>
              </a:pathLst>
            </a:custGeom>
            <a:solidFill>
              <a:srgbClr val="131313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l">
                <a:defRPr sz="3200" b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Кружок">
              <a:extLst>
                <a:ext uri="{FF2B5EF4-FFF2-40B4-BE49-F238E27FC236}">
                  <a16:creationId xmlns:a16="http://schemas.microsoft.com/office/drawing/2014/main" id="{9DEA24D8-073B-DA8C-B71E-E76E33269152}"/>
                </a:ext>
              </a:extLst>
            </p:cNvPr>
            <p:cNvSpPr/>
            <p:nvPr/>
          </p:nvSpPr>
          <p:spPr>
            <a:xfrm>
              <a:off x="2931641" y="318732"/>
              <a:ext cx="139949" cy="139949"/>
            </a:xfrm>
            <a:prstGeom prst="ellipse">
              <a:avLst/>
            </a:prstGeom>
            <a:solidFill>
              <a:srgbClr val="414041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l">
                <a:defRPr sz="3200" b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Фигура">
              <a:extLst>
                <a:ext uri="{FF2B5EF4-FFF2-40B4-BE49-F238E27FC236}">
                  <a16:creationId xmlns:a16="http://schemas.microsoft.com/office/drawing/2014/main" id="{EDEDBD9C-A965-C129-C883-805AEA947A3F}"/>
                </a:ext>
              </a:extLst>
            </p:cNvPr>
            <p:cNvSpPr/>
            <p:nvPr/>
          </p:nvSpPr>
          <p:spPr>
            <a:xfrm>
              <a:off x="2185304" y="346607"/>
              <a:ext cx="598025" cy="84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24" y="0"/>
                  </a:moveTo>
                  <a:cubicBezTo>
                    <a:pt x="1103" y="0"/>
                    <a:pt x="729" y="1260"/>
                    <a:pt x="453" y="3213"/>
                  </a:cubicBezTo>
                  <a:cubicBezTo>
                    <a:pt x="178" y="5166"/>
                    <a:pt x="0" y="7820"/>
                    <a:pt x="0" y="10800"/>
                  </a:cubicBezTo>
                  <a:cubicBezTo>
                    <a:pt x="0" y="16761"/>
                    <a:pt x="683" y="21600"/>
                    <a:pt x="1524" y="21600"/>
                  </a:cubicBezTo>
                  <a:cubicBezTo>
                    <a:pt x="1961" y="21600"/>
                    <a:pt x="2397" y="21600"/>
                    <a:pt x="2834" y="21600"/>
                  </a:cubicBezTo>
                  <a:cubicBezTo>
                    <a:pt x="5336" y="21600"/>
                    <a:pt x="7838" y="21600"/>
                    <a:pt x="10340" y="21600"/>
                  </a:cubicBezTo>
                  <a:cubicBezTo>
                    <a:pt x="10533" y="21600"/>
                    <a:pt x="10727" y="21600"/>
                    <a:pt x="10920" y="21600"/>
                  </a:cubicBezTo>
                  <a:lnTo>
                    <a:pt x="20076" y="21600"/>
                  </a:lnTo>
                  <a:cubicBezTo>
                    <a:pt x="20497" y="21600"/>
                    <a:pt x="20871" y="20340"/>
                    <a:pt x="21147" y="18387"/>
                  </a:cubicBezTo>
                  <a:cubicBezTo>
                    <a:pt x="21422" y="16434"/>
                    <a:pt x="21600" y="13780"/>
                    <a:pt x="21600" y="10800"/>
                  </a:cubicBezTo>
                  <a:cubicBezTo>
                    <a:pt x="21600" y="4839"/>
                    <a:pt x="20917" y="0"/>
                    <a:pt x="20076" y="0"/>
                  </a:cubicBezTo>
                  <a:cubicBezTo>
                    <a:pt x="19639" y="0"/>
                    <a:pt x="19203" y="0"/>
                    <a:pt x="18766" y="0"/>
                  </a:cubicBezTo>
                  <a:cubicBezTo>
                    <a:pt x="16264" y="0"/>
                    <a:pt x="13762" y="0"/>
                    <a:pt x="11260" y="0"/>
                  </a:cubicBezTo>
                  <a:lnTo>
                    <a:pt x="1524" y="0"/>
                  </a:lnTo>
                  <a:close/>
                </a:path>
              </a:pathLst>
            </a:custGeom>
            <a:solidFill>
              <a:srgbClr val="414041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l">
                <a:defRPr sz="3200" b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98892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9618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E8C3BBF-2CCB-AC4C-8C8D-3C915E4453EB}"/>
              </a:ext>
            </a:extLst>
          </p:cNvPr>
          <p:cNvGrpSpPr/>
          <p:nvPr/>
        </p:nvGrpSpPr>
        <p:grpSpPr>
          <a:xfrm>
            <a:off x="8503021" y="2550295"/>
            <a:ext cx="6729877" cy="7890368"/>
            <a:chOff x="8673501" y="2550296"/>
            <a:chExt cx="6888846" cy="7890368"/>
          </a:xfrm>
        </p:grpSpPr>
        <p:sp>
          <p:nvSpPr>
            <p:cNvPr id="1379" name="Line"/>
            <p:cNvSpPr/>
            <p:nvPr/>
          </p:nvSpPr>
          <p:spPr>
            <a:xfrm>
              <a:off x="8673501" y="2550296"/>
              <a:ext cx="0" cy="7890368"/>
            </a:xfrm>
            <a:prstGeom prst="line">
              <a:avLst/>
            </a:prstGeom>
            <a:ln w="25400">
              <a:solidFill>
                <a:schemeClr val="accent5"/>
              </a:solidFill>
              <a:custDash>
                <a:ds d="200000" sp="200000"/>
              </a:custDash>
              <a:miter lim="400000"/>
            </a:ln>
          </p:spPr>
          <p:txBody>
            <a:bodyPr lIns="50801" tIns="50801" rIns="50801" bIns="50801" anchor="ctr"/>
            <a:lstStyle/>
            <a:p>
              <a:endParaRPr sz="1319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1" name="Line"/>
            <p:cNvSpPr/>
            <p:nvPr/>
          </p:nvSpPr>
          <p:spPr>
            <a:xfrm>
              <a:off x="15562347" y="2550296"/>
              <a:ext cx="0" cy="7890368"/>
            </a:xfrm>
            <a:prstGeom prst="line">
              <a:avLst/>
            </a:prstGeom>
            <a:ln w="25400">
              <a:solidFill>
                <a:schemeClr val="accent5"/>
              </a:solidFill>
              <a:custDash>
                <a:ds d="200000" sp="200000"/>
              </a:custDash>
              <a:miter lim="400000"/>
            </a:ln>
          </p:spPr>
          <p:txBody>
            <a:bodyPr lIns="50801" tIns="50801" rIns="50801" bIns="50801" anchor="ctr"/>
            <a:lstStyle/>
            <a:p>
              <a:endParaRPr sz="1319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A7CE740-21F2-AC4D-BDF1-F36EA43C3113}"/>
              </a:ext>
            </a:extLst>
          </p:cNvPr>
          <p:cNvGrpSpPr/>
          <p:nvPr/>
        </p:nvGrpSpPr>
        <p:grpSpPr>
          <a:xfrm>
            <a:off x="1429105" y="10420497"/>
            <a:ext cx="21024049" cy="1104021"/>
            <a:chOff x="1429095" y="10420492"/>
            <a:chExt cx="21524896" cy="1104021"/>
          </a:xfrm>
          <a:solidFill>
            <a:schemeClr val="accent2"/>
          </a:solidFill>
        </p:grpSpPr>
        <p:sp>
          <p:nvSpPr>
            <p:cNvPr id="1363" name="Rounded Rectangle"/>
            <p:cNvSpPr/>
            <p:nvPr/>
          </p:nvSpPr>
          <p:spPr>
            <a:xfrm>
              <a:off x="1429095" y="10447400"/>
              <a:ext cx="21524896" cy="1070371"/>
            </a:xfrm>
            <a:prstGeom prst="roundRect">
              <a:avLst>
                <a:gd name="adj" fmla="val 18887"/>
              </a:avLst>
            </a:prstGeom>
            <a:grpFill/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364" name="Shape"/>
            <p:cNvSpPr/>
            <p:nvPr/>
          </p:nvSpPr>
          <p:spPr>
            <a:xfrm>
              <a:off x="4042717" y="10607219"/>
              <a:ext cx="3981015" cy="6738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1" h="21597" extrusionOk="0">
                  <a:moveTo>
                    <a:pt x="826" y="0"/>
                  </a:moveTo>
                  <a:cubicBezTo>
                    <a:pt x="705" y="0"/>
                    <a:pt x="608" y="-3"/>
                    <a:pt x="529" y="24"/>
                  </a:cubicBezTo>
                  <a:cubicBezTo>
                    <a:pt x="450" y="52"/>
                    <a:pt x="389" y="109"/>
                    <a:pt x="340" y="229"/>
                  </a:cubicBezTo>
                  <a:cubicBezTo>
                    <a:pt x="270" y="379"/>
                    <a:pt x="208" y="614"/>
                    <a:pt x="156" y="922"/>
                  </a:cubicBezTo>
                  <a:cubicBezTo>
                    <a:pt x="104" y="1229"/>
                    <a:pt x="65" y="1596"/>
                    <a:pt x="39" y="2009"/>
                  </a:cubicBezTo>
                  <a:cubicBezTo>
                    <a:pt x="19" y="2296"/>
                    <a:pt x="9" y="2656"/>
                    <a:pt x="5" y="3124"/>
                  </a:cubicBezTo>
                  <a:cubicBezTo>
                    <a:pt x="0" y="3592"/>
                    <a:pt x="0" y="4167"/>
                    <a:pt x="0" y="4884"/>
                  </a:cubicBezTo>
                  <a:lnTo>
                    <a:pt x="0" y="16700"/>
                  </a:lnTo>
                  <a:cubicBezTo>
                    <a:pt x="0" y="17417"/>
                    <a:pt x="0" y="17992"/>
                    <a:pt x="5" y="18460"/>
                  </a:cubicBezTo>
                  <a:cubicBezTo>
                    <a:pt x="9" y="18928"/>
                    <a:pt x="19" y="19288"/>
                    <a:pt x="39" y="19575"/>
                  </a:cubicBezTo>
                  <a:cubicBezTo>
                    <a:pt x="65" y="19988"/>
                    <a:pt x="104" y="20355"/>
                    <a:pt x="156" y="20662"/>
                  </a:cubicBezTo>
                  <a:cubicBezTo>
                    <a:pt x="208" y="20970"/>
                    <a:pt x="270" y="21205"/>
                    <a:pt x="340" y="21355"/>
                  </a:cubicBezTo>
                  <a:cubicBezTo>
                    <a:pt x="389" y="21475"/>
                    <a:pt x="450" y="21536"/>
                    <a:pt x="529" y="21566"/>
                  </a:cubicBezTo>
                  <a:cubicBezTo>
                    <a:pt x="608" y="21596"/>
                    <a:pt x="705" y="21597"/>
                    <a:pt x="826" y="21597"/>
                  </a:cubicBezTo>
                  <a:lnTo>
                    <a:pt x="17555" y="21597"/>
                  </a:lnTo>
                  <a:cubicBezTo>
                    <a:pt x="17676" y="21597"/>
                    <a:pt x="17773" y="21596"/>
                    <a:pt x="17852" y="21566"/>
                  </a:cubicBezTo>
                  <a:cubicBezTo>
                    <a:pt x="17931" y="21536"/>
                    <a:pt x="17992" y="21475"/>
                    <a:pt x="18041" y="21355"/>
                  </a:cubicBezTo>
                  <a:cubicBezTo>
                    <a:pt x="18111" y="21205"/>
                    <a:pt x="18173" y="20970"/>
                    <a:pt x="18225" y="20662"/>
                  </a:cubicBezTo>
                  <a:cubicBezTo>
                    <a:pt x="18277" y="20355"/>
                    <a:pt x="18316" y="19988"/>
                    <a:pt x="18342" y="19575"/>
                  </a:cubicBezTo>
                  <a:cubicBezTo>
                    <a:pt x="18362" y="19288"/>
                    <a:pt x="18372" y="18928"/>
                    <a:pt x="18376" y="18460"/>
                  </a:cubicBezTo>
                  <a:cubicBezTo>
                    <a:pt x="18381" y="17992"/>
                    <a:pt x="18381" y="17417"/>
                    <a:pt x="18381" y="16700"/>
                  </a:cubicBezTo>
                  <a:lnTo>
                    <a:pt x="18381" y="13673"/>
                  </a:lnTo>
                  <a:lnTo>
                    <a:pt x="19249" y="13673"/>
                  </a:lnTo>
                  <a:lnTo>
                    <a:pt x="19249" y="15237"/>
                  </a:lnTo>
                  <a:cubicBezTo>
                    <a:pt x="19251" y="16044"/>
                    <a:pt x="19317" y="16809"/>
                    <a:pt x="19428" y="17285"/>
                  </a:cubicBezTo>
                  <a:cubicBezTo>
                    <a:pt x="19566" y="17877"/>
                    <a:pt x="19750" y="17941"/>
                    <a:pt x="19899" y="17451"/>
                  </a:cubicBezTo>
                  <a:lnTo>
                    <a:pt x="21295" y="13355"/>
                  </a:lnTo>
                  <a:cubicBezTo>
                    <a:pt x="21488" y="12806"/>
                    <a:pt x="21600" y="11568"/>
                    <a:pt x="21565" y="10315"/>
                  </a:cubicBezTo>
                  <a:cubicBezTo>
                    <a:pt x="21552" y="9841"/>
                    <a:pt x="21516" y="9406"/>
                    <a:pt x="21467" y="9043"/>
                  </a:cubicBezTo>
                  <a:cubicBezTo>
                    <a:pt x="21417" y="8678"/>
                    <a:pt x="21356" y="8377"/>
                    <a:pt x="21282" y="8191"/>
                  </a:cubicBezTo>
                  <a:lnTo>
                    <a:pt x="19931" y="4184"/>
                  </a:lnTo>
                  <a:cubicBezTo>
                    <a:pt x="19862" y="3944"/>
                    <a:pt x="19785" y="3818"/>
                    <a:pt x="19707" y="3815"/>
                  </a:cubicBezTo>
                  <a:cubicBezTo>
                    <a:pt x="19630" y="3813"/>
                    <a:pt x="19552" y="3924"/>
                    <a:pt x="19482" y="4159"/>
                  </a:cubicBezTo>
                  <a:cubicBezTo>
                    <a:pt x="19334" y="4653"/>
                    <a:pt x="19244" y="5587"/>
                    <a:pt x="19249" y="6588"/>
                  </a:cubicBezTo>
                  <a:lnTo>
                    <a:pt x="19249" y="7924"/>
                  </a:lnTo>
                  <a:lnTo>
                    <a:pt x="18381" y="7924"/>
                  </a:lnTo>
                  <a:lnTo>
                    <a:pt x="18381" y="4884"/>
                  </a:lnTo>
                  <a:cubicBezTo>
                    <a:pt x="18381" y="4167"/>
                    <a:pt x="18381" y="3592"/>
                    <a:pt x="18376" y="3124"/>
                  </a:cubicBezTo>
                  <a:cubicBezTo>
                    <a:pt x="18372" y="2656"/>
                    <a:pt x="18362" y="2296"/>
                    <a:pt x="18342" y="2009"/>
                  </a:cubicBezTo>
                  <a:cubicBezTo>
                    <a:pt x="18316" y="1596"/>
                    <a:pt x="18277" y="1229"/>
                    <a:pt x="18225" y="922"/>
                  </a:cubicBezTo>
                  <a:cubicBezTo>
                    <a:pt x="18173" y="614"/>
                    <a:pt x="18111" y="379"/>
                    <a:pt x="18041" y="229"/>
                  </a:cubicBezTo>
                  <a:cubicBezTo>
                    <a:pt x="17992" y="109"/>
                    <a:pt x="17931" y="52"/>
                    <a:pt x="17852" y="24"/>
                  </a:cubicBezTo>
                  <a:cubicBezTo>
                    <a:pt x="17773" y="-3"/>
                    <a:pt x="17676" y="0"/>
                    <a:pt x="17555" y="0"/>
                  </a:cubicBezTo>
                  <a:lnTo>
                    <a:pt x="826" y="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365" name="Week 01"/>
            <p:cNvSpPr txBox="1"/>
            <p:nvPr/>
          </p:nvSpPr>
          <p:spPr>
            <a:xfrm>
              <a:off x="3263429" y="10754214"/>
              <a:ext cx="3603386" cy="441277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>
                <a:defRPr sz="22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220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Краткосрочные</a:t>
              </a:r>
            </a:p>
          </p:txBody>
        </p:sp>
        <p:sp>
          <p:nvSpPr>
            <p:cNvPr id="1370" name="Shape"/>
            <p:cNvSpPr/>
            <p:nvPr/>
          </p:nvSpPr>
          <p:spPr>
            <a:xfrm>
              <a:off x="10220925" y="10645637"/>
              <a:ext cx="3981015" cy="6738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1" h="21597" extrusionOk="0">
                  <a:moveTo>
                    <a:pt x="826" y="0"/>
                  </a:moveTo>
                  <a:cubicBezTo>
                    <a:pt x="705" y="0"/>
                    <a:pt x="608" y="-3"/>
                    <a:pt x="529" y="24"/>
                  </a:cubicBezTo>
                  <a:cubicBezTo>
                    <a:pt x="450" y="52"/>
                    <a:pt x="389" y="109"/>
                    <a:pt x="340" y="229"/>
                  </a:cubicBezTo>
                  <a:cubicBezTo>
                    <a:pt x="270" y="379"/>
                    <a:pt x="208" y="614"/>
                    <a:pt x="156" y="922"/>
                  </a:cubicBezTo>
                  <a:cubicBezTo>
                    <a:pt x="104" y="1229"/>
                    <a:pt x="65" y="1596"/>
                    <a:pt x="39" y="2009"/>
                  </a:cubicBezTo>
                  <a:cubicBezTo>
                    <a:pt x="19" y="2296"/>
                    <a:pt x="9" y="2656"/>
                    <a:pt x="5" y="3124"/>
                  </a:cubicBezTo>
                  <a:cubicBezTo>
                    <a:pt x="0" y="3592"/>
                    <a:pt x="0" y="4167"/>
                    <a:pt x="0" y="4884"/>
                  </a:cubicBezTo>
                  <a:lnTo>
                    <a:pt x="0" y="16700"/>
                  </a:lnTo>
                  <a:cubicBezTo>
                    <a:pt x="0" y="17417"/>
                    <a:pt x="0" y="17992"/>
                    <a:pt x="5" y="18460"/>
                  </a:cubicBezTo>
                  <a:cubicBezTo>
                    <a:pt x="9" y="18928"/>
                    <a:pt x="19" y="19288"/>
                    <a:pt x="39" y="19575"/>
                  </a:cubicBezTo>
                  <a:cubicBezTo>
                    <a:pt x="65" y="19988"/>
                    <a:pt x="104" y="20355"/>
                    <a:pt x="156" y="20662"/>
                  </a:cubicBezTo>
                  <a:cubicBezTo>
                    <a:pt x="208" y="20970"/>
                    <a:pt x="270" y="21205"/>
                    <a:pt x="340" y="21355"/>
                  </a:cubicBezTo>
                  <a:cubicBezTo>
                    <a:pt x="389" y="21475"/>
                    <a:pt x="450" y="21536"/>
                    <a:pt x="529" y="21566"/>
                  </a:cubicBezTo>
                  <a:cubicBezTo>
                    <a:pt x="608" y="21596"/>
                    <a:pt x="705" y="21597"/>
                    <a:pt x="826" y="21597"/>
                  </a:cubicBezTo>
                  <a:lnTo>
                    <a:pt x="17555" y="21597"/>
                  </a:lnTo>
                  <a:cubicBezTo>
                    <a:pt x="17676" y="21597"/>
                    <a:pt x="17773" y="21596"/>
                    <a:pt x="17852" y="21566"/>
                  </a:cubicBezTo>
                  <a:cubicBezTo>
                    <a:pt x="17931" y="21536"/>
                    <a:pt x="17992" y="21475"/>
                    <a:pt x="18041" y="21355"/>
                  </a:cubicBezTo>
                  <a:cubicBezTo>
                    <a:pt x="18111" y="21205"/>
                    <a:pt x="18173" y="20970"/>
                    <a:pt x="18225" y="20662"/>
                  </a:cubicBezTo>
                  <a:cubicBezTo>
                    <a:pt x="18277" y="20355"/>
                    <a:pt x="18316" y="19988"/>
                    <a:pt x="18342" y="19575"/>
                  </a:cubicBezTo>
                  <a:cubicBezTo>
                    <a:pt x="18362" y="19288"/>
                    <a:pt x="18372" y="18928"/>
                    <a:pt x="18376" y="18460"/>
                  </a:cubicBezTo>
                  <a:cubicBezTo>
                    <a:pt x="18381" y="17992"/>
                    <a:pt x="18381" y="17417"/>
                    <a:pt x="18381" y="16700"/>
                  </a:cubicBezTo>
                  <a:lnTo>
                    <a:pt x="18381" y="13673"/>
                  </a:lnTo>
                  <a:lnTo>
                    <a:pt x="19249" y="13673"/>
                  </a:lnTo>
                  <a:lnTo>
                    <a:pt x="19249" y="15237"/>
                  </a:lnTo>
                  <a:cubicBezTo>
                    <a:pt x="19251" y="16044"/>
                    <a:pt x="19317" y="16809"/>
                    <a:pt x="19428" y="17285"/>
                  </a:cubicBezTo>
                  <a:cubicBezTo>
                    <a:pt x="19566" y="17877"/>
                    <a:pt x="19750" y="17941"/>
                    <a:pt x="19899" y="17451"/>
                  </a:cubicBezTo>
                  <a:lnTo>
                    <a:pt x="21295" y="13355"/>
                  </a:lnTo>
                  <a:cubicBezTo>
                    <a:pt x="21488" y="12806"/>
                    <a:pt x="21600" y="11568"/>
                    <a:pt x="21565" y="10315"/>
                  </a:cubicBezTo>
                  <a:cubicBezTo>
                    <a:pt x="21552" y="9841"/>
                    <a:pt x="21516" y="9406"/>
                    <a:pt x="21467" y="9043"/>
                  </a:cubicBezTo>
                  <a:cubicBezTo>
                    <a:pt x="21417" y="8678"/>
                    <a:pt x="21356" y="8377"/>
                    <a:pt x="21282" y="8191"/>
                  </a:cubicBezTo>
                  <a:lnTo>
                    <a:pt x="19931" y="4184"/>
                  </a:lnTo>
                  <a:cubicBezTo>
                    <a:pt x="19862" y="3944"/>
                    <a:pt x="19785" y="3818"/>
                    <a:pt x="19707" y="3815"/>
                  </a:cubicBezTo>
                  <a:cubicBezTo>
                    <a:pt x="19630" y="3813"/>
                    <a:pt x="19552" y="3924"/>
                    <a:pt x="19482" y="4159"/>
                  </a:cubicBezTo>
                  <a:cubicBezTo>
                    <a:pt x="19334" y="4653"/>
                    <a:pt x="19244" y="5587"/>
                    <a:pt x="19249" y="6588"/>
                  </a:cubicBezTo>
                  <a:lnTo>
                    <a:pt x="19249" y="7924"/>
                  </a:lnTo>
                  <a:lnTo>
                    <a:pt x="18381" y="7924"/>
                  </a:lnTo>
                  <a:lnTo>
                    <a:pt x="18381" y="4884"/>
                  </a:lnTo>
                  <a:cubicBezTo>
                    <a:pt x="18381" y="4167"/>
                    <a:pt x="18381" y="3592"/>
                    <a:pt x="18376" y="3124"/>
                  </a:cubicBezTo>
                  <a:cubicBezTo>
                    <a:pt x="18372" y="2656"/>
                    <a:pt x="18362" y="2296"/>
                    <a:pt x="18342" y="2009"/>
                  </a:cubicBezTo>
                  <a:cubicBezTo>
                    <a:pt x="18316" y="1596"/>
                    <a:pt x="18277" y="1229"/>
                    <a:pt x="18225" y="922"/>
                  </a:cubicBezTo>
                  <a:cubicBezTo>
                    <a:pt x="18173" y="614"/>
                    <a:pt x="18111" y="379"/>
                    <a:pt x="18041" y="229"/>
                  </a:cubicBezTo>
                  <a:cubicBezTo>
                    <a:pt x="17992" y="109"/>
                    <a:pt x="17931" y="52"/>
                    <a:pt x="17852" y="24"/>
                  </a:cubicBezTo>
                  <a:cubicBezTo>
                    <a:pt x="17773" y="-3"/>
                    <a:pt x="17676" y="0"/>
                    <a:pt x="17555" y="0"/>
                  </a:cubicBezTo>
                  <a:lnTo>
                    <a:pt x="826" y="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371" name="Week 03"/>
            <p:cNvSpPr txBox="1"/>
            <p:nvPr/>
          </p:nvSpPr>
          <p:spPr>
            <a:xfrm>
              <a:off x="10764119" y="10760200"/>
              <a:ext cx="2506589" cy="441277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>
                <a:defRPr sz="22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220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Среднесрочные</a:t>
              </a:r>
            </a:p>
          </p:txBody>
        </p:sp>
        <p:sp>
          <p:nvSpPr>
            <p:cNvPr id="1373" name="Shape"/>
            <p:cNvSpPr/>
            <p:nvPr/>
          </p:nvSpPr>
          <p:spPr>
            <a:xfrm>
              <a:off x="14522360" y="10645637"/>
              <a:ext cx="3981015" cy="6738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1" h="21597" extrusionOk="0">
                  <a:moveTo>
                    <a:pt x="826" y="0"/>
                  </a:moveTo>
                  <a:cubicBezTo>
                    <a:pt x="705" y="0"/>
                    <a:pt x="608" y="-3"/>
                    <a:pt x="529" y="24"/>
                  </a:cubicBezTo>
                  <a:cubicBezTo>
                    <a:pt x="450" y="52"/>
                    <a:pt x="389" y="109"/>
                    <a:pt x="340" y="229"/>
                  </a:cubicBezTo>
                  <a:cubicBezTo>
                    <a:pt x="270" y="379"/>
                    <a:pt x="208" y="614"/>
                    <a:pt x="156" y="922"/>
                  </a:cubicBezTo>
                  <a:cubicBezTo>
                    <a:pt x="104" y="1229"/>
                    <a:pt x="65" y="1596"/>
                    <a:pt x="39" y="2009"/>
                  </a:cubicBezTo>
                  <a:cubicBezTo>
                    <a:pt x="19" y="2296"/>
                    <a:pt x="9" y="2656"/>
                    <a:pt x="5" y="3124"/>
                  </a:cubicBezTo>
                  <a:cubicBezTo>
                    <a:pt x="0" y="3592"/>
                    <a:pt x="0" y="4167"/>
                    <a:pt x="0" y="4884"/>
                  </a:cubicBezTo>
                  <a:lnTo>
                    <a:pt x="0" y="16700"/>
                  </a:lnTo>
                  <a:cubicBezTo>
                    <a:pt x="0" y="17417"/>
                    <a:pt x="0" y="17992"/>
                    <a:pt x="5" y="18460"/>
                  </a:cubicBezTo>
                  <a:cubicBezTo>
                    <a:pt x="9" y="18928"/>
                    <a:pt x="19" y="19288"/>
                    <a:pt x="39" y="19575"/>
                  </a:cubicBezTo>
                  <a:cubicBezTo>
                    <a:pt x="65" y="19988"/>
                    <a:pt x="104" y="20355"/>
                    <a:pt x="156" y="20662"/>
                  </a:cubicBezTo>
                  <a:cubicBezTo>
                    <a:pt x="208" y="20970"/>
                    <a:pt x="270" y="21205"/>
                    <a:pt x="340" y="21355"/>
                  </a:cubicBezTo>
                  <a:cubicBezTo>
                    <a:pt x="389" y="21475"/>
                    <a:pt x="450" y="21536"/>
                    <a:pt x="529" y="21566"/>
                  </a:cubicBezTo>
                  <a:cubicBezTo>
                    <a:pt x="608" y="21596"/>
                    <a:pt x="705" y="21597"/>
                    <a:pt x="826" y="21597"/>
                  </a:cubicBezTo>
                  <a:lnTo>
                    <a:pt x="17555" y="21597"/>
                  </a:lnTo>
                  <a:cubicBezTo>
                    <a:pt x="17676" y="21597"/>
                    <a:pt x="17773" y="21596"/>
                    <a:pt x="17852" y="21566"/>
                  </a:cubicBezTo>
                  <a:cubicBezTo>
                    <a:pt x="17931" y="21536"/>
                    <a:pt x="17992" y="21475"/>
                    <a:pt x="18041" y="21355"/>
                  </a:cubicBezTo>
                  <a:cubicBezTo>
                    <a:pt x="18111" y="21205"/>
                    <a:pt x="18173" y="20970"/>
                    <a:pt x="18225" y="20662"/>
                  </a:cubicBezTo>
                  <a:cubicBezTo>
                    <a:pt x="18277" y="20355"/>
                    <a:pt x="18316" y="19988"/>
                    <a:pt x="18342" y="19575"/>
                  </a:cubicBezTo>
                  <a:cubicBezTo>
                    <a:pt x="18362" y="19288"/>
                    <a:pt x="18372" y="18928"/>
                    <a:pt x="18376" y="18460"/>
                  </a:cubicBezTo>
                  <a:cubicBezTo>
                    <a:pt x="18381" y="17992"/>
                    <a:pt x="18381" y="17417"/>
                    <a:pt x="18381" y="16700"/>
                  </a:cubicBezTo>
                  <a:lnTo>
                    <a:pt x="18381" y="13673"/>
                  </a:lnTo>
                  <a:lnTo>
                    <a:pt x="19249" y="13673"/>
                  </a:lnTo>
                  <a:lnTo>
                    <a:pt x="19249" y="15237"/>
                  </a:lnTo>
                  <a:cubicBezTo>
                    <a:pt x="19251" y="16044"/>
                    <a:pt x="19317" y="16809"/>
                    <a:pt x="19428" y="17285"/>
                  </a:cubicBezTo>
                  <a:cubicBezTo>
                    <a:pt x="19566" y="17877"/>
                    <a:pt x="19750" y="17941"/>
                    <a:pt x="19899" y="17451"/>
                  </a:cubicBezTo>
                  <a:lnTo>
                    <a:pt x="21295" y="13355"/>
                  </a:lnTo>
                  <a:cubicBezTo>
                    <a:pt x="21488" y="12806"/>
                    <a:pt x="21600" y="11568"/>
                    <a:pt x="21565" y="10315"/>
                  </a:cubicBezTo>
                  <a:cubicBezTo>
                    <a:pt x="21552" y="9841"/>
                    <a:pt x="21516" y="9406"/>
                    <a:pt x="21467" y="9043"/>
                  </a:cubicBezTo>
                  <a:cubicBezTo>
                    <a:pt x="21417" y="8678"/>
                    <a:pt x="21356" y="8377"/>
                    <a:pt x="21282" y="8191"/>
                  </a:cubicBezTo>
                  <a:lnTo>
                    <a:pt x="19931" y="4184"/>
                  </a:lnTo>
                  <a:cubicBezTo>
                    <a:pt x="19862" y="3944"/>
                    <a:pt x="19785" y="3818"/>
                    <a:pt x="19707" y="3815"/>
                  </a:cubicBezTo>
                  <a:cubicBezTo>
                    <a:pt x="19630" y="3813"/>
                    <a:pt x="19552" y="3924"/>
                    <a:pt x="19482" y="4159"/>
                  </a:cubicBezTo>
                  <a:cubicBezTo>
                    <a:pt x="19334" y="4653"/>
                    <a:pt x="19244" y="5587"/>
                    <a:pt x="19249" y="6588"/>
                  </a:cubicBezTo>
                  <a:lnTo>
                    <a:pt x="19249" y="7924"/>
                  </a:lnTo>
                  <a:lnTo>
                    <a:pt x="18381" y="7924"/>
                  </a:lnTo>
                  <a:lnTo>
                    <a:pt x="18381" y="4884"/>
                  </a:lnTo>
                  <a:cubicBezTo>
                    <a:pt x="18381" y="4167"/>
                    <a:pt x="18381" y="3592"/>
                    <a:pt x="18376" y="3124"/>
                  </a:cubicBezTo>
                  <a:cubicBezTo>
                    <a:pt x="18372" y="2656"/>
                    <a:pt x="18362" y="2296"/>
                    <a:pt x="18342" y="2009"/>
                  </a:cubicBezTo>
                  <a:cubicBezTo>
                    <a:pt x="18316" y="1596"/>
                    <a:pt x="18277" y="1229"/>
                    <a:pt x="18225" y="922"/>
                  </a:cubicBezTo>
                  <a:cubicBezTo>
                    <a:pt x="18173" y="614"/>
                    <a:pt x="18111" y="379"/>
                    <a:pt x="18041" y="229"/>
                  </a:cubicBezTo>
                  <a:cubicBezTo>
                    <a:pt x="17992" y="109"/>
                    <a:pt x="17931" y="52"/>
                    <a:pt x="17852" y="24"/>
                  </a:cubicBezTo>
                  <a:cubicBezTo>
                    <a:pt x="17773" y="-3"/>
                    <a:pt x="17676" y="0"/>
                    <a:pt x="17555" y="0"/>
                  </a:cubicBezTo>
                  <a:lnTo>
                    <a:pt x="826" y="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376" name="Shape"/>
            <p:cNvSpPr/>
            <p:nvPr/>
          </p:nvSpPr>
          <p:spPr>
            <a:xfrm>
              <a:off x="18823795" y="10645637"/>
              <a:ext cx="3981015" cy="6738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1" h="21597" extrusionOk="0">
                  <a:moveTo>
                    <a:pt x="826" y="0"/>
                  </a:moveTo>
                  <a:cubicBezTo>
                    <a:pt x="705" y="0"/>
                    <a:pt x="608" y="-3"/>
                    <a:pt x="529" y="24"/>
                  </a:cubicBezTo>
                  <a:cubicBezTo>
                    <a:pt x="450" y="52"/>
                    <a:pt x="389" y="109"/>
                    <a:pt x="340" y="229"/>
                  </a:cubicBezTo>
                  <a:cubicBezTo>
                    <a:pt x="270" y="379"/>
                    <a:pt x="208" y="614"/>
                    <a:pt x="156" y="922"/>
                  </a:cubicBezTo>
                  <a:cubicBezTo>
                    <a:pt x="104" y="1229"/>
                    <a:pt x="65" y="1596"/>
                    <a:pt x="39" y="2009"/>
                  </a:cubicBezTo>
                  <a:cubicBezTo>
                    <a:pt x="19" y="2296"/>
                    <a:pt x="9" y="2656"/>
                    <a:pt x="5" y="3124"/>
                  </a:cubicBezTo>
                  <a:cubicBezTo>
                    <a:pt x="0" y="3592"/>
                    <a:pt x="0" y="4167"/>
                    <a:pt x="0" y="4884"/>
                  </a:cubicBezTo>
                  <a:lnTo>
                    <a:pt x="0" y="16700"/>
                  </a:lnTo>
                  <a:cubicBezTo>
                    <a:pt x="0" y="17417"/>
                    <a:pt x="0" y="17992"/>
                    <a:pt x="5" y="18460"/>
                  </a:cubicBezTo>
                  <a:cubicBezTo>
                    <a:pt x="9" y="18928"/>
                    <a:pt x="19" y="19288"/>
                    <a:pt x="39" y="19575"/>
                  </a:cubicBezTo>
                  <a:cubicBezTo>
                    <a:pt x="65" y="19988"/>
                    <a:pt x="104" y="20355"/>
                    <a:pt x="156" y="20662"/>
                  </a:cubicBezTo>
                  <a:cubicBezTo>
                    <a:pt x="208" y="20970"/>
                    <a:pt x="270" y="21205"/>
                    <a:pt x="340" y="21355"/>
                  </a:cubicBezTo>
                  <a:cubicBezTo>
                    <a:pt x="389" y="21475"/>
                    <a:pt x="450" y="21536"/>
                    <a:pt x="529" y="21566"/>
                  </a:cubicBezTo>
                  <a:cubicBezTo>
                    <a:pt x="608" y="21596"/>
                    <a:pt x="705" y="21597"/>
                    <a:pt x="826" y="21597"/>
                  </a:cubicBezTo>
                  <a:lnTo>
                    <a:pt x="17555" y="21597"/>
                  </a:lnTo>
                  <a:cubicBezTo>
                    <a:pt x="17676" y="21597"/>
                    <a:pt x="17773" y="21596"/>
                    <a:pt x="17852" y="21566"/>
                  </a:cubicBezTo>
                  <a:cubicBezTo>
                    <a:pt x="17931" y="21536"/>
                    <a:pt x="17992" y="21475"/>
                    <a:pt x="18041" y="21355"/>
                  </a:cubicBezTo>
                  <a:cubicBezTo>
                    <a:pt x="18111" y="21205"/>
                    <a:pt x="18173" y="20970"/>
                    <a:pt x="18225" y="20662"/>
                  </a:cubicBezTo>
                  <a:cubicBezTo>
                    <a:pt x="18277" y="20355"/>
                    <a:pt x="18316" y="19988"/>
                    <a:pt x="18342" y="19575"/>
                  </a:cubicBezTo>
                  <a:cubicBezTo>
                    <a:pt x="18362" y="19288"/>
                    <a:pt x="18372" y="18928"/>
                    <a:pt x="18376" y="18460"/>
                  </a:cubicBezTo>
                  <a:cubicBezTo>
                    <a:pt x="18381" y="17992"/>
                    <a:pt x="18381" y="17417"/>
                    <a:pt x="18381" y="16700"/>
                  </a:cubicBezTo>
                  <a:lnTo>
                    <a:pt x="18381" y="13673"/>
                  </a:lnTo>
                  <a:lnTo>
                    <a:pt x="19249" y="13673"/>
                  </a:lnTo>
                  <a:lnTo>
                    <a:pt x="19249" y="15237"/>
                  </a:lnTo>
                  <a:cubicBezTo>
                    <a:pt x="19251" y="16044"/>
                    <a:pt x="19317" y="16809"/>
                    <a:pt x="19428" y="17285"/>
                  </a:cubicBezTo>
                  <a:cubicBezTo>
                    <a:pt x="19566" y="17877"/>
                    <a:pt x="19750" y="17941"/>
                    <a:pt x="19899" y="17451"/>
                  </a:cubicBezTo>
                  <a:lnTo>
                    <a:pt x="21295" y="13355"/>
                  </a:lnTo>
                  <a:cubicBezTo>
                    <a:pt x="21488" y="12806"/>
                    <a:pt x="21600" y="11568"/>
                    <a:pt x="21565" y="10315"/>
                  </a:cubicBezTo>
                  <a:cubicBezTo>
                    <a:pt x="21552" y="9841"/>
                    <a:pt x="21516" y="9406"/>
                    <a:pt x="21467" y="9043"/>
                  </a:cubicBezTo>
                  <a:cubicBezTo>
                    <a:pt x="21417" y="8678"/>
                    <a:pt x="21356" y="8377"/>
                    <a:pt x="21282" y="8191"/>
                  </a:cubicBezTo>
                  <a:lnTo>
                    <a:pt x="19931" y="4184"/>
                  </a:lnTo>
                  <a:cubicBezTo>
                    <a:pt x="19862" y="3944"/>
                    <a:pt x="19785" y="3818"/>
                    <a:pt x="19707" y="3815"/>
                  </a:cubicBezTo>
                  <a:cubicBezTo>
                    <a:pt x="19630" y="3813"/>
                    <a:pt x="19552" y="3924"/>
                    <a:pt x="19482" y="4159"/>
                  </a:cubicBezTo>
                  <a:cubicBezTo>
                    <a:pt x="19334" y="4653"/>
                    <a:pt x="19244" y="5587"/>
                    <a:pt x="19249" y="6588"/>
                  </a:cubicBezTo>
                  <a:lnTo>
                    <a:pt x="19249" y="7924"/>
                  </a:lnTo>
                  <a:lnTo>
                    <a:pt x="18381" y="7924"/>
                  </a:lnTo>
                  <a:lnTo>
                    <a:pt x="18381" y="4884"/>
                  </a:lnTo>
                  <a:cubicBezTo>
                    <a:pt x="18381" y="4167"/>
                    <a:pt x="18381" y="3592"/>
                    <a:pt x="18376" y="3124"/>
                  </a:cubicBezTo>
                  <a:cubicBezTo>
                    <a:pt x="18372" y="2656"/>
                    <a:pt x="18362" y="2296"/>
                    <a:pt x="18342" y="2009"/>
                  </a:cubicBezTo>
                  <a:cubicBezTo>
                    <a:pt x="18316" y="1596"/>
                    <a:pt x="18277" y="1229"/>
                    <a:pt x="18225" y="922"/>
                  </a:cubicBezTo>
                  <a:cubicBezTo>
                    <a:pt x="18173" y="614"/>
                    <a:pt x="18111" y="379"/>
                    <a:pt x="18041" y="229"/>
                  </a:cubicBezTo>
                  <a:cubicBezTo>
                    <a:pt x="17992" y="109"/>
                    <a:pt x="17931" y="52"/>
                    <a:pt x="17852" y="24"/>
                  </a:cubicBezTo>
                  <a:cubicBezTo>
                    <a:pt x="17773" y="-3"/>
                    <a:pt x="17676" y="0"/>
                    <a:pt x="17555" y="0"/>
                  </a:cubicBezTo>
                  <a:lnTo>
                    <a:pt x="826" y="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377" name="Week 05"/>
            <p:cNvSpPr txBox="1"/>
            <p:nvPr/>
          </p:nvSpPr>
          <p:spPr>
            <a:xfrm>
              <a:off x="18179619" y="10760200"/>
              <a:ext cx="2313418" cy="441277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>
                <a:defRPr sz="2200" b="0">
                  <a:solidFill>
                    <a:srgbClr val="242423"/>
                  </a:solidFill>
                  <a:latin typeface="Montserrat Bold"/>
                  <a:ea typeface="Montserrat Bold"/>
                  <a:cs typeface="Montserrat Bold"/>
                  <a:sym typeface="Montserrat Bold"/>
                </a:defRPr>
              </a:lvl1pPr>
            </a:lstStyle>
            <a:p>
              <a:r>
                <a:rPr lang="ru-RU" sz="220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Долгосрочные</a:t>
              </a:r>
            </a:p>
          </p:txBody>
        </p:sp>
        <p:sp>
          <p:nvSpPr>
            <p:cNvPr id="1380" name="Line"/>
            <p:cNvSpPr/>
            <p:nvPr/>
          </p:nvSpPr>
          <p:spPr>
            <a:xfrm>
              <a:off x="8663512" y="10440658"/>
              <a:ext cx="1" cy="1083855"/>
            </a:xfrm>
            <a:prstGeom prst="line">
              <a:avLst/>
            </a:prstGeom>
            <a:grpFill/>
            <a:ln w="25400">
              <a:solidFill>
                <a:schemeClr val="bg2"/>
              </a:solidFill>
              <a:custDash>
                <a:ds d="200000" sp="200000"/>
              </a:custDash>
              <a:miter lim="400000"/>
            </a:ln>
          </p:spPr>
          <p:txBody>
            <a:bodyPr lIns="50801" tIns="50801" rIns="50801" bIns="50801" anchor="ctr"/>
            <a:lstStyle/>
            <a:p>
              <a:endParaRPr sz="1319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6" name="Line"/>
            <p:cNvSpPr/>
            <p:nvPr/>
          </p:nvSpPr>
          <p:spPr>
            <a:xfrm>
              <a:off x="15561730" y="10420492"/>
              <a:ext cx="1" cy="1083855"/>
            </a:xfrm>
            <a:prstGeom prst="line">
              <a:avLst/>
            </a:prstGeom>
            <a:grpFill/>
            <a:ln w="25400">
              <a:solidFill>
                <a:schemeClr val="bg2"/>
              </a:solidFill>
              <a:custDash>
                <a:ds d="200000" sp="200000"/>
              </a:custDash>
              <a:miter lim="400000"/>
            </a:ln>
          </p:spPr>
          <p:txBody>
            <a:bodyPr lIns="50801" tIns="50801" rIns="50801" bIns="50801" anchor="ctr"/>
            <a:lstStyle/>
            <a:p>
              <a:endParaRPr sz="1319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171FB20A-5E18-CF33-33EA-F8479A217ACE}"/>
              </a:ext>
            </a:extLst>
          </p:cNvPr>
          <p:cNvGrpSpPr/>
          <p:nvPr/>
        </p:nvGrpSpPr>
        <p:grpSpPr>
          <a:xfrm>
            <a:off x="9579442" y="4807456"/>
            <a:ext cx="4762227" cy="3582293"/>
            <a:chOff x="18708689" y="3927918"/>
            <a:chExt cx="4762226" cy="2342327"/>
          </a:xfrm>
        </p:grpSpPr>
        <p:sp>
          <p:nvSpPr>
            <p:cNvPr id="10" name="Rounded Rectangle">
              <a:extLst>
                <a:ext uri="{FF2B5EF4-FFF2-40B4-BE49-F238E27FC236}">
                  <a16:creationId xmlns:a16="http://schemas.microsoft.com/office/drawing/2014/main" id="{4F5782A1-953F-EE05-33B1-C0ED242EF765}"/>
                </a:ext>
              </a:extLst>
            </p:cNvPr>
            <p:cNvSpPr/>
            <p:nvPr/>
          </p:nvSpPr>
          <p:spPr>
            <a:xfrm>
              <a:off x="18708689" y="3927918"/>
              <a:ext cx="4762226" cy="2342327"/>
            </a:xfrm>
            <a:prstGeom prst="roundRect">
              <a:avLst>
                <a:gd name="adj" fmla="val 6027"/>
              </a:avLst>
            </a:prstGeom>
            <a:solidFill>
              <a:schemeClr val="accent6">
                <a:alpha val="28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2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FAD34AA2-4B5F-1474-FE64-6C266522B9E2}"/>
                </a:ext>
              </a:extLst>
            </p:cNvPr>
            <p:cNvSpPr/>
            <p:nvPr/>
          </p:nvSpPr>
          <p:spPr>
            <a:xfrm>
              <a:off x="19052060" y="4004917"/>
              <a:ext cx="4144424" cy="21684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Прогноз на неделю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Интеграция с календарем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Социальные функции (делиться настроением)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Кастомные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темы оформления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Мультиязычность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(английский, другие языки)</a:t>
              </a:r>
            </a:p>
          </p:txBody>
        </p:sp>
      </p:grpSp>
      <p:sp>
        <p:nvSpPr>
          <p:cNvPr id="2" name="Placeholder Demo Text">
            <a:extLst>
              <a:ext uri="{FF2B5EF4-FFF2-40B4-BE49-F238E27FC236}">
                <a16:creationId xmlns:a16="http://schemas.microsoft.com/office/drawing/2014/main" id="{33934FB8-98D2-2E7E-DF04-BFF7F313C7E3}"/>
              </a:ext>
            </a:extLst>
          </p:cNvPr>
          <p:cNvSpPr txBox="1"/>
          <p:nvPr/>
        </p:nvSpPr>
        <p:spPr>
          <a:xfrm>
            <a:off x="7479740" y="640774"/>
            <a:ext cx="8582624" cy="1231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8000" b="0">
                <a:solidFill>
                  <a:srgbClr val="242423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 algn="ctr"/>
            <a:r>
              <a:rPr lang="ru-R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Планы развития</a:t>
            </a:r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id="{C889C112-E5DB-CD02-6375-E5CFA36FB2B5}"/>
              </a:ext>
            </a:extLst>
          </p:cNvPr>
          <p:cNvSpPr/>
          <p:nvPr/>
        </p:nvSpPr>
        <p:spPr>
          <a:xfrm>
            <a:off x="1426164" y="1309080"/>
            <a:ext cx="3158692" cy="116630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4" name="Subtitle Text">
            <a:extLst>
              <a:ext uri="{FF2B5EF4-FFF2-40B4-BE49-F238E27FC236}">
                <a16:creationId xmlns:a16="http://schemas.microsoft.com/office/drawing/2014/main" id="{43413370-A3E8-2C62-4CFE-0CEA32966737}"/>
              </a:ext>
            </a:extLst>
          </p:cNvPr>
          <p:cNvSpPr/>
          <p:nvPr/>
        </p:nvSpPr>
        <p:spPr>
          <a:xfrm>
            <a:off x="1426165" y="971550"/>
            <a:ext cx="3322710" cy="3375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1" tIns="50801" rIns="50801" bIns="50801" numCol="1" anchor="t">
            <a:spAutoFit/>
          </a:bodyPr>
          <a:lstStyle>
            <a:lvl1pPr algn="l" defTabSz="457200">
              <a:lnSpc>
                <a:spcPct val="120000"/>
              </a:lnSpc>
              <a:defRPr sz="1400" cap="all" spc="1120">
                <a:solidFill>
                  <a:srgbClr val="2424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140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WeatherMood</a:t>
            </a:r>
            <a:endParaRPr lang="ru-RU" sz="140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DFA6ADD9-773C-DAB7-7621-FE19D98B2A97}"/>
              </a:ext>
            </a:extLst>
          </p:cNvPr>
          <p:cNvGrpSpPr/>
          <p:nvPr/>
        </p:nvGrpSpPr>
        <p:grpSpPr>
          <a:xfrm>
            <a:off x="2746452" y="6589913"/>
            <a:ext cx="4762227" cy="3582293"/>
            <a:chOff x="18708689" y="3927918"/>
            <a:chExt cx="4762226" cy="2342327"/>
          </a:xfrm>
        </p:grpSpPr>
        <p:sp>
          <p:nvSpPr>
            <p:cNvPr id="33" name="Rounded Rectangle">
              <a:extLst>
                <a:ext uri="{FF2B5EF4-FFF2-40B4-BE49-F238E27FC236}">
                  <a16:creationId xmlns:a16="http://schemas.microsoft.com/office/drawing/2014/main" id="{CFEB8476-349E-99AE-C8F3-B53BCDF61895}"/>
                </a:ext>
              </a:extLst>
            </p:cNvPr>
            <p:cNvSpPr/>
            <p:nvPr/>
          </p:nvSpPr>
          <p:spPr>
            <a:xfrm>
              <a:off x="18708689" y="3927918"/>
              <a:ext cx="4762226" cy="2342327"/>
            </a:xfrm>
            <a:prstGeom prst="roundRect">
              <a:avLst>
                <a:gd name="adj" fmla="val 6027"/>
              </a:avLst>
            </a:prstGeom>
            <a:solidFill>
              <a:schemeClr val="accent6">
                <a:alpha val="28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34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89BD625B-2CEF-9C1E-E73F-E3B10DFFFACC}"/>
                </a:ext>
              </a:extLst>
            </p:cNvPr>
            <p:cNvSpPr/>
            <p:nvPr/>
          </p:nvSpPr>
          <p:spPr>
            <a:xfrm>
              <a:off x="19052060" y="4004917"/>
              <a:ext cx="4144424" cy="21684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Виджет для главного экрана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Push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-уведомления о погоде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Расширенная аналитика (экспорт данных)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Погодные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алерты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и предупреждения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Улучшение графиков (больше визуализаций)</a:t>
              </a:r>
            </a:p>
          </p:txBody>
        </p:sp>
      </p:grpSp>
      <p:grpSp>
        <p:nvGrpSpPr>
          <p:cNvPr id="35" name="Group 5">
            <a:extLst>
              <a:ext uri="{FF2B5EF4-FFF2-40B4-BE49-F238E27FC236}">
                <a16:creationId xmlns:a16="http://schemas.microsoft.com/office/drawing/2014/main" id="{1AE1C487-120C-4749-757E-31CE0AABFD97}"/>
              </a:ext>
            </a:extLst>
          </p:cNvPr>
          <p:cNvGrpSpPr/>
          <p:nvPr/>
        </p:nvGrpSpPr>
        <p:grpSpPr>
          <a:xfrm>
            <a:off x="16538553" y="3016309"/>
            <a:ext cx="4762227" cy="3582293"/>
            <a:chOff x="18708689" y="3927918"/>
            <a:chExt cx="4762226" cy="2342327"/>
          </a:xfrm>
        </p:grpSpPr>
        <p:sp>
          <p:nvSpPr>
            <p:cNvPr id="36" name="Rounded Rectangle">
              <a:extLst>
                <a:ext uri="{FF2B5EF4-FFF2-40B4-BE49-F238E27FC236}">
                  <a16:creationId xmlns:a16="http://schemas.microsoft.com/office/drawing/2014/main" id="{BA255476-DFF0-4EC0-16CF-AFABDFDD1A60}"/>
                </a:ext>
              </a:extLst>
            </p:cNvPr>
            <p:cNvSpPr/>
            <p:nvPr/>
          </p:nvSpPr>
          <p:spPr>
            <a:xfrm>
              <a:off x="18708689" y="3927918"/>
              <a:ext cx="4762226" cy="2342327"/>
            </a:xfrm>
            <a:prstGeom prst="roundRect">
              <a:avLst>
                <a:gd name="adj" fmla="val 6027"/>
              </a:avLst>
            </a:prstGeom>
            <a:solidFill>
              <a:schemeClr val="accent6">
                <a:alpha val="28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37" name="Lorem ipsum dolor sit amet, consectetur adipiscing elit, sed do incididunt ut labore et dolore magna aliqua orci porta non.">
              <a:extLst>
                <a:ext uri="{FF2B5EF4-FFF2-40B4-BE49-F238E27FC236}">
                  <a16:creationId xmlns:a16="http://schemas.microsoft.com/office/drawing/2014/main" id="{3748E66D-49F8-8312-EEE7-2D9330F03D86}"/>
                </a:ext>
              </a:extLst>
            </p:cNvPr>
            <p:cNvSpPr/>
            <p:nvPr/>
          </p:nvSpPr>
          <p:spPr>
            <a:xfrm>
              <a:off x="19052060" y="4147701"/>
              <a:ext cx="4144424" cy="1902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1" tIns="50801" rIns="50801" bIns="50801" numCol="1" anchor="t">
              <a:spAutoFit/>
            </a:bodyPr>
            <a:lstStyle>
              <a:lvl1pPr algn="l" defTabSz="457200">
                <a:lnSpc>
                  <a:spcPct val="120000"/>
                </a:lnSpc>
                <a:defRPr sz="2200" b="0">
                  <a:solidFill>
                    <a:srgbClr val="7F818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Версия для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iOS</a:t>
              </a:r>
              <a:endParaRPr lang="ru-RU" sz="220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Machine Learning для предсказания настроения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Интеграция с умным домом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</a:t>
              </a:r>
              <a:r>
                <a:rPr lang="ru-RU" sz="2201" dirty="0" err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HealthKit</a:t>
              </a:r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интеграция</a:t>
              </a:r>
            </a:p>
            <a:p>
              <a:r>
                <a:rPr lang="ru-RU" sz="220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 Расширенная экологическая аналитика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34947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D0F7A-320C-6CEA-C766-A6E8D182E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9" name="Rectangle">
            <a:extLst>
              <a:ext uri="{FF2B5EF4-FFF2-40B4-BE49-F238E27FC236}">
                <a16:creationId xmlns:a16="http://schemas.microsoft.com/office/drawing/2014/main" id="{F141610D-60DE-5F90-E07C-D06830AA4D90}"/>
              </a:ext>
            </a:extLst>
          </p:cNvPr>
          <p:cNvSpPr/>
          <p:nvPr/>
        </p:nvSpPr>
        <p:spPr>
          <a:xfrm>
            <a:off x="-25401" y="-258417"/>
            <a:ext cx="24409401" cy="1403816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4723" name="SECTION…">
            <a:extLst>
              <a:ext uri="{FF2B5EF4-FFF2-40B4-BE49-F238E27FC236}">
                <a16:creationId xmlns:a16="http://schemas.microsoft.com/office/drawing/2014/main" id="{231E0DAD-0BF7-F2FC-DA01-0006B43A00EF}"/>
              </a:ext>
            </a:extLst>
          </p:cNvPr>
          <p:cNvSpPr txBox="1"/>
          <p:nvPr/>
        </p:nvSpPr>
        <p:spPr>
          <a:xfrm>
            <a:off x="1283668" y="5080885"/>
            <a:ext cx="20991513" cy="368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1" tIns="50801" rIns="50801" bIns="50801" anchor="ctr">
            <a:spAutoFit/>
          </a:bodyPr>
          <a:lstStyle/>
          <a:p>
            <a:pPr algn="l">
              <a:lnSpc>
                <a:spcPct val="70000"/>
              </a:lnSpc>
              <a:defRPr sz="40000" b="0">
                <a:solidFill>
                  <a:srgbClr val="B4B6BA">
                    <a:alpha val="31317"/>
                  </a:srgbClr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pPr>
            <a:r>
              <a:rPr lang="ru-RU" sz="16101" dirty="0">
                <a:solidFill>
                  <a:schemeClr val="bg1">
                    <a:alpha val="31317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Спасибо за внимание!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2DE4A5D-D564-75F1-6C80-1A139BC9E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66265" y="1"/>
            <a:ext cx="10659962" cy="13715999"/>
          </a:xfrm>
          <a:prstGeom prst="rect">
            <a:avLst/>
          </a:prstGeom>
        </p:spPr>
      </p:pic>
      <p:sp>
        <p:nvSpPr>
          <p:cNvPr id="18" name="SECTION…">
            <a:extLst>
              <a:ext uri="{FF2B5EF4-FFF2-40B4-BE49-F238E27FC236}">
                <a16:creationId xmlns:a16="http://schemas.microsoft.com/office/drawing/2014/main" id="{D81DB8D0-6C39-D9C3-8193-979F173A84ED}"/>
              </a:ext>
            </a:extLst>
          </p:cNvPr>
          <p:cNvSpPr txBox="1"/>
          <p:nvPr/>
        </p:nvSpPr>
        <p:spPr>
          <a:xfrm>
            <a:off x="1283667" y="11476527"/>
            <a:ext cx="20991513" cy="652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1" tIns="50801" rIns="50801" bIns="50801" anchor="ctr">
            <a:spAutoFit/>
          </a:bodyPr>
          <a:lstStyle/>
          <a:p>
            <a:pPr algn="l">
              <a:lnSpc>
                <a:spcPct val="70000"/>
              </a:lnSpc>
              <a:defRPr sz="40000" b="0">
                <a:solidFill>
                  <a:srgbClr val="B4B6BA">
                    <a:alpha val="31317"/>
                  </a:srgbClr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pPr>
            <a:r>
              <a:rPr lang="en-US" sz="4800" dirty="0">
                <a:solidFill>
                  <a:schemeClr val="bg1">
                    <a:alpha val="31317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n1qd1337@gmail.com</a:t>
            </a:r>
            <a:endParaRPr lang="ru-RU" sz="4800" dirty="0">
              <a:solidFill>
                <a:schemeClr val="bg1">
                  <a:alpha val="31317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0" name="SECTION…">
            <a:hlinkClick r:id="rId4"/>
            <a:extLst>
              <a:ext uri="{FF2B5EF4-FFF2-40B4-BE49-F238E27FC236}">
                <a16:creationId xmlns:a16="http://schemas.microsoft.com/office/drawing/2014/main" id="{807F2DD6-66D9-C243-C953-FF383A84A781}"/>
              </a:ext>
            </a:extLst>
          </p:cNvPr>
          <p:cNvSpPr txBox="1"/>
          <p:nvPr/>
        </p:nvSpPr>
        <p:spPr>
          <a:xfrm>
            <a:off x="1283668" y="12596263"/>
            <a:ext cx="20991513" cy="652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1" tIns="50801" rIns="50801" bIns="50801" anchor="ctr">
            <a:spAutoFit/>
          </a:bodyPr>
          <a:lstStyle/>
          <a:p>
            <a:pPr algn="l">
              <a:lnSpc>
                <a:spcPct val="70000"/>
              </a:lnSpc>
              <a:defRPr sz="40000" b="0">
                <a:solidFill>
                  <a:srgbClr val="B4B6BA">
                    <a:alpha val="31317"/>
                  </a:srgbClr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pPr>
            <a:r>
              <a:rPr lang="en-US" sz="4800" dirty="0">
                <a:solidFill>
                  <a:schemeClr val="bg1">
                    <a:alpha val="31317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github.com/n1qd/</a:t>
            </a:r>
            <a:r>
              <a:rPr lang="en-US" sz="4800" dirty="0" err="1">
                <a:solidFill>
                  <a:schemeClr val="bg1">
                    <a:alpha val="31317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WeatherMood</a:t>
            </a:r>
            <a:endParaRPr lang="en-US" sz="4800" dirty="0">
              <a:solidFill>
                <a:schemeClr val="bg1">
                  <a:alpha val="31317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727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hite">
  <a:themeElements>
    <a:clrScheme name="Другая 2">
      <a:dk1>
        <a:srgbClr val="232422"/>
      </a:dk1>
      <a:lt1>
        <a:srgbClr val="FFFFFF"/>
      </a:lt1>
      <a:dk2>
        <a:srgbClr val="7E8089"/>
      </a:dk2>
      <a:lt2>
        <a:srgbClr val="EFF0EF"/>
      </a:lt2>
      <a:accent1>
        <a:srgbClr val="C81240"/>
      </a:accent1>
      <a:accent2>
        <a:srgbClr val="A00F33"/>
      </a:accent2>
      <a:accent3>
        <a:srgbClr val="D3E0E4"/>
      </a:accent3>
      <a:accent4>
        <a:srgbClr val="29345B"/>
      </a:accent4>
      <a:accent5>
        <a:srgbClr val="171F29"/>
      </a:accent5>
      <a:accent6>
        <a:srgbClr val="B3B6BA"/>
      </a:accent6>
      <a:hlink>
        <a:srgbClr val="7E8089"/>
      </a:hlink>
      <a:folHlink>
        <a:srgbClr val="93969C"/>
      </a:folHlink>
    </a:clrScheme>
    <a:fontScheme name="Academy">
      <a:majorFont>
        <a:latin typeface="Montserrat SemiBold"/>
        <a:ea typeface="Helvetica Neue Medium"/>
        <a:cs typeface="Helvetica Neue Medium"/>
      </a:majorFont>
      <a:minorFont>
        <a:latin typeface="Montserrat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FDD66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FDD66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12880</TotalTime>
  <Words>1397</Words>
  <Application>Microsoft Office PowerPoint</Application>
  <PresentationFormat>Произвольный</PresentationFormat>
  <Paragraphs>358</Paragraphs>
  <Slides>10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Helvetica Neue</vt:lpstr>
      <vt:lpstr>White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Апакин Михаил Александрович</dc:creator>
  <cp:lastModifiedBy>Илья Александрович</cp:lastModifiedBy>
  <cp:revision>502</cp:revision>
  <cp:lastPrinted>2024-05-06T13:42:22Z</cp:lastPrinted>
  <dcterms:modified xsi:type="dcterms:W3CDTF">2025-11-23T21:15:44Z</dcterms:modified>
</cp:coreProperties>
</file>